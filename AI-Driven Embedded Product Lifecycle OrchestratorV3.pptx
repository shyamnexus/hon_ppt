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0825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0A3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AEPLO JTAG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ACCELERATOR FOR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0C8F0"/>
                </a:solidFill>
                <a:latin typeface="Segoe UI"/>
              </a:rPr>
              <a:t>EMBEDDED PDLC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1">
                <a:solidFill>
                  <a:srgbClr val="B8D0EC"/>
                </a:solidFill>
                <a:latin typeface="Segoe UI"/>
              </a:rPr>
              <a:t>Embedded  |  PDLC  |  AI Optimisation
PG1 Discovery  -&gt;  PG3 Development  -&gt;  PG5 Launch Prep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80A8"/>
                </a:solidFill>
                <a:latin typeface="Segoe UI"/>
              </a:rPr>
              <a:t>Honeywell BA Buildathon | 17 Jun 2026 | CONFIDENTIAL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256032" y="519379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Presenter: Shyam Shrivastava, Project Lead | Team: Atharva, Manas, Sheraaz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  / 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8D0EC"/>
                </a:solidFill>
                <a:latin typeface="Segoe UI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2  / 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AEPLO Platform for Embedded PDLC AI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767328" y="2944367"/>
            <a:ext cx="1609344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0"/>
                </a:solidFill>
                <a:latin typeface="Segoe UI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  <a:latin typeface="Segoe UI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Segoe UI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3  / 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4  / 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72C6"/>
                </a:solidFill>
                <a:latin typeface="Segoe UI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8B5CF6"/>
                </a:solidFill>
                <a:latin typeface="Segoe UI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FF8C00"/>
                </a:solidFill>
                <a:latin typeface="Segoe UI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D48A"/>
                </a:solidFill>
                <a:latin typeface="Segoe UI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00D48A"/>
                </a:solidFill>
                <a:latin typeface="Segoe UI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5  / 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PG1 Discovery — AI Risk &amp; Scope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89A"/>
                </a:solidFill>
                <a:latin typeface="Segoe UI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2C6"/>
                </a:solidFill>
                <a:latin typeface="Segoe UI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64992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8C00"/>
                </a:solidFill>
                <a:latin typeface="Segoe UI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0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6  / 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72C6"/>
                </a:solidFill>
                <a:latin typeface="Segoe UI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8B5CF6"/>
                </a:solidFill>
                <a:latin typeface="Segoe UI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  <a:latin typeface="Segoe UI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A89A"/>
                </a:solidFill>
                <a:latin typeface="Segoe UI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2C6"/>
                </a:solidFill>
                <a:latin typeface="Segoe UI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D48A"/>
                </a:solidFill>
                <a:latin typeface="Segoe UI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7  / 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8A"/>
                </a:solidFill>
                <a:latin typeface="Segoe UI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Segoe UI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  <a:latin typeface="Segoe UI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2C6"/>
                </a:solidFill>
                <a:latin typeface="Segoe UI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02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8A"/>
                </a:solidFill>
                <a:latin typeface="Segoe UI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3A3A"/>
                </a:solidFill>
                <a:latin typeface="Segoe UI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8  / 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Segoe UI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2C6"/>
                </a:solidFill>
                <a:latin typeface="Segoe UI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8A"/>
                </a:solidFill>
                <a:latin typeface="Segoe UI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B5CF6"/>
                </a:solidFill>
                <a:latin typeface="Segoe UI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9  / 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A89A"/>
                </a:solidFill>
                <a:latin typeface="Segoe UI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2C6"/>
                </a:solidFill>
                <a:latin typeface="Segoe UI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Segoe UI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10  / 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00D48A"/>
                </a:solidFill>
                <a:latin typeface="Segoe UI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0072C6"/>
                </a:solidFill>
                <a:latin typeface="Segoe UI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FF8C00"/>
                </a:solidFill>
                <a:latin typeface="Segoe UI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8B5CF6"/>
                </a:solidFill>
                <a:latin typeface="Segoe U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11  / 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EVALUATION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Criteria &amp; Key Metric Focus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80" b="0" i="1">
                <a:solidFill>
                  <a:srgbClr val="B8D0EC"/>
                </a:solidFill>
                <a:latin typeface="Segoe UI"/>
              </a:rPr>
              <a:t>AEPLO JTAG Accelerator is positioned against the judging matrix with measurable stream value, platform readiness, live execution proof and agentic AI governance.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D7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D7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5142E"/>
                </a:solidFill>
                <a:latin typeface="Segoe UI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5142E"/>
                </a:solidFill>
                <a:latin typeface="Segoe UI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Stream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40" b="0" i="0">
                <a:solidFill>
                  <a:srgbClr val="B8D0EC"/>
                </a:solidFill>
                <a:latin typeface="Segoe UI"/>
              </a:rPr>
              <a:t>- PDLC engineering lead-time drop
- Defect rate reduction
- Projected productivity savings 2026 H2 and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Platformization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40" b="0" i="0">
                <a:solidFill>
                  <a:srgbClr val="B8D0EC"/>
                </a:solidFill>
                <a:latin typeface="Segoe UI"/>
              </a:rPr>
              <a:t>- BA-org hosting readiness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Live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40" b="0" i="0">
                <a:solidFill>
                  <a:srgbClr val="B8D0EC"/>
                </a:solidFill>
                <a:latin typeface="Segoe UI"/>
              </a:rPr>
              <a:t>A fully functional, resilient working prototype and impact in ongoing active projects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Segoe UI"/>
              </a:rPr>
              <a:t>Agentic AI design pattern compliance
[Agents orchestration, routing protocols,
MCP Servers, Skills, etc]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- Inter-agent handoff efficiency
- Twin simulation accuracy
- Tool and skill reusability
- MCP Server usage relevancy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Segoe UI"/>
              </a:rPr>
              <a:t>LLM selection strategies
[GitHub Copilot &amp; OpenAI] &amp; AI Token
usage Optimization
[LLM selection, Context Management,
and Prompt engineering]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- Token reduction percentage [baseline vs actual]
- Cost-per-request savings
- Tool-calling JSON accuracy
- Prompt caching utilization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60" b="1" i="0">
                <a:solidFill>
                  <a:srgbClr val="00D48A"/>
                </a:solidFill>
                <a:latin typeface="Segoe UI"/>
              </a:rPr>
              <a:t>FOCUS: prove measurable PDLC impact with a reusable, hosted, agentic-AI execution pattern.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F0"/>
                </a:solidFill>
                <a:latin typeface="Segoe UI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9A"/>
                </a:solidFill>
                <a:latin typeface="Segoe UI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2C6"/>
                </a:solidFill>
                <a:latin typeface="Segoe UI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  <a:latin typeface="Segoe UI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440680" y="2587752"/>
            <a:ext cx="2834640" cy="169164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532120" y="265176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READY TO TRANSFORM?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532120" y="304495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C8F0"/>
                </a:solidFill>
                <a:latin typeface="Segoe UI"/>
              </a:rPr>
              <a:t>aeplo.ai/demo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532120" y="3429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hello@aeplo.ai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532120" y="399592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080A8"/>
                </a:solidFill>
                <a:latin typeface="Segoe UI"/>
              </a:rPr>
              <a:t>© 2026 AEPLO Technologies Inc.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13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