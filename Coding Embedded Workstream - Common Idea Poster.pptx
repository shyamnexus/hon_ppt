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0" y="320040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0" y="758952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0" y="1197864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636776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2075688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514600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2953512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3392424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0" y="3831335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4270248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4709159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5148071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5586983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3688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09176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84664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60152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35640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311128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86616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0" y="914400"/>
            <a:ext cx="2057400" cy="205740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38360" y="1234440"/>
            <a:ext cx="1417320" cy="141732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76688" y="1572768"/>
            <a:ext cx="749808" cy="749808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25603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0"/>
                </a:solidFill>
                <a:latin typeface="Segoe UI"/>
              </a:rPr>
              <a:t>CODING EMBEDDED WORKSTREAM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21792"/>
            <a:ext cx="7955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Common Idea: Agentic Firmware Debug-to-Fix Copilot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1161288"/>
            <a:ext cx="7818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8D0EC"/>
                </a:solidFill>
                <a:latin typeface="Segoe UI"/>
              </a:rPr>
              <a:t>A unified AEPLO + JTAG/SWD workflow that turns embedded coding defects into traceable hardware-backed root cause, patch, PR and release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32520" y="530352"/>
            <a:ext cx="3063240" cy="65836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32520" y="603504"/>
            <a:ext cx="3063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POSTER CANDIDATE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859536"/>
            <a:ext cx="3063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C8F0"/>
                </a:solidFill>
                <a:latin typeface="Segoe UI"/>
              </a:rPr>
              <a:t>BuildAThon | Embedded Coding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" y="1783080"/>
            <a:ext cx="3566160" cy="14173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1783080"/>
            <a:ext cx="54864" cy="14173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1901952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A3A"/>
                </a:solidFill>
                <a:latin typeface="Segoe UI"/>
              </a:rPr>
              <a:t>WHY IT MATTERS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2221992"/>
            <a:ext cx="315468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MCU bugs require manual JTAG setup, register decoding and memory inspection.</a:t>
            </a:r>
          </a:p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Engineers switch between IDE, probe tools, datasheets, Jira and Git.</a:t>
            </a:r>
          </a:p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HardFault knowledge is tribal, so fixes take days and release risk grows.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60520" y="1783080"/>
            <a:ext cx="3886200" cy="14173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1783080"/>
            <a:ext cx="54864" cy="14173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19019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COMMON IDEA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2221992"/>
            <a:ext cx="34290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Attach multi-agent AI to the coding workflow and target hardware.</a:t>
            </a:r>
          </a:p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Use JTAG/SWD evidence as first-class lifecycle data in AEPLO.</a:t>
            </a:r>
          </a:p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Move from bug ticket to diagnosis, controlled fix, PR and release gate.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WORKFLOW</a:t>
            </a:r>
          </a:p>
        </p:txBody>
      </p:sp>
      <p:sp>
        <p:nvSpPr>
          <p:cNvPr id="44" name="Oval 43"/>
          <p:cNvSpPr/>
          <p:nvPr/>
        </p:nvSpPr>
        <p:spPr>
          <a:xfrm>
            <a:off x="502920" y="3803904"/>
            <a:ext cx="493776" cy="49377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0312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3464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Jira Bug
Ticket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1188720" y="3959352"/>
            <a:ext cx="9601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77439" y="3803904"/>
            <a:ext cx="493776" cy="49377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77439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84831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57983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JTAG
Orchestrator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3063239" y="3959352"/>
            <a:ext cx="9601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51959" y="3803904"/>
            <a:ext cx="493776" cy="49377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51959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959351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32503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Debug
Agents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4937759" y="3959352"/>
            <a:ext cx="9601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126479" y="3803904"/>
            <a:ext cx="493776" cy="49377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26479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33871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07023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RCA +
Evidence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6812279" y="3959352"/>
            <a:ext cx="9601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001000" y="3803904"/>
            <a:ext cx="493776" cy="49377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01000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08392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81544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Patch +
PR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686800" y="3959352"/>
            <a:ext cx="9601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875520" y="3803904"/>
            <a:ext cx="493776" cy="4937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875520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582912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56064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Release
Gate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58200" y="1508760"/>
            <a:ext cx="3337560" cy="2011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458200" y="1508760"/>
            <a:ext cx="54864" cy="20116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41080" y="164592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SPECIALIST AGENTS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41080" y="1993392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Fault Analyzer: HardFault, stack and register RCA</a:t>
            </a:r>
          </a:p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Variable Tracer: watchpoints and value history</a:t>
            </a:r>
          </a:p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Peripheral Inspector: GPIO, timers, buses, clocks</a:t>
            </a:r>
          </a:p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Hex/Memory Parser: dumps, maps and symbol context</a:t>
            </a:r>
          </a:p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Probing Agent: J-Link, target MCU and lab evidence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0040" y="5440680"/>
            <a:ext cx="5715000" cy="960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0040" y="5440680"/>
            <a:ext cx="54864" cy="9601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55321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C8F0"/>
                </a:solidFill>
                <a:latin typeface="Segoe UI"/>
              </a:rPr>
              <a:t>DEMO STORY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58064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B8D0EC"/>
                </a:solidFill>
                <a:latin typeface="Segoe UI"/>
              </a:rPr>
              <a:t>A Cortex-M HardFault ticket opens in Jira. The copilot attaches through J-Link, captures fault registers and stack frames, explains root cause, generates a guarded patch, opens a PR and feeds evidence into the release gate.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55080" y="5394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8A"/>
                </a:solidFill>
                <a:latin typeface="Segoe UI"/>
              </a:rPr>
              <a:t>EXPECTED OUTCOMES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355080" y="5687568"/>
            <a:ext cx="129844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355080" y="5687568"/>
            <a:ext cx="54864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83096" y="5760720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D48A"/>
                </a:solidFill>
                <a:latin typeface="Segoe UI"/>
              </a:rPr>
              <a:t>&lt;30m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83096" y="6071616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ticket to RCA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818120" y="5687568"/>
            <a:ext cx="129844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18120" y="5687568"/>
            <a:ext cx="54864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946136" y="5760720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72C6"/>
                </a:solidFill>
                <a:latin typeface="Segoe UI"/>
              </a:rPr>
              <a:t>1 PR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946136" y="6071616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controlled fix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281160" y="5687568"/>
            <a:ext cx="129844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281160" y="5687568"/>
            <a:ext cx="54864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409176" y="5760720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8C00"/>
                </a:solidFill>
                <a:latin typeface="Segoe UI"/>
              </a:rPr>
              <a:t>100%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409176" y="6071616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evidence link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744200" y="5687568"/>
            <a:ext cx="1051560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744200" y="5687568"/>
            <a:ext cx="54864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872216" y="5760720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C8F0"/>
                </a:solidFill>
                <a:latin typeface="Segoe UI"/>
              </a:rPr>
              <a:t>Ready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2216" y="6071616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gate input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0040" y="6565392"/>
            <a:ext cx="7680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080A8"/>
                </a:solidFill>
                <a:latin typeface="Segoe UI"/>
              </a:rPr>
              <a:t>Team addition: Sheraaz | Common scheme: AEPLO V3 lifecycle orchestration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66760" y="656539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One-page candidate for Coding Embedded Workstream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