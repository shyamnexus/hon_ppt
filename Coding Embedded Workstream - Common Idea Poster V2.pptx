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eplo_honeywell_jtag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Picture 2" descr="aeplo_honeywell_jtag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168" y="137160"/>
            <a:ext cx="8092440" cy="987552"/>
          </a:xfrm>
          <a:prstGeom prst="roundRect">
            <a:avLst/>
          </a:prstGeom>
          <a:solidFill>
            <a:srgbClr val="111111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58200" y="137160"/>
            <a:ext cx="3493008" cy="98755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210312"/>
            <a:ext cx="76809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rial"/>
              </a:rPr>
              <a:t>CONNECTED EMBEDDED DATA. INTELLIGENT PDLC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548640"/>
            <a:ext cx="7315200" cy="3108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REAL NPI IMPACT WITH AEPLO JTAG ACCELERATOR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877824"/>
            <a:ext cx="7726679" cy="14630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Jira + Confluence + GitHub + Copilot + ROVO Studio + Atlassian MCP + JTAG/SWD evidence in one embedded lifecycle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274320"/>
            <a:ext cx="160020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r"/>
            <a:r>
              <a:rPr sz="1500" b="1" i="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585216"/>
            <a:ext cx="1581912" cy="16459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r"/>
            <a:r>
              <a:rPr sz="850" b="1" i="0">
                <a:solidFill>
                  <a:srgbClr val="FFFFFF"/>
                </a:solidFill>
                <a:latin typeface="Arial"/>
              </a:rPr>
              <a:t>BA BUILDATHON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804672"/>
            <a:ext cx="2724912" cy="14630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r"/>
            <a:r>
              <a:rPr sz="810" b="0" i="0">
                <a:solidFill>
                  <a:srgbClr val="E8E8E8"/>
                </a:solidFill>
                <a:latin typeface="Arial"/>
              </a:rPr>
              <a:t>Embedded. PDLC. AI Optimisation.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75104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29968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4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22592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05088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59952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87584" y="1243584"/>
            <a:ext cx="1389888" cy="256032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42448" y="1293876"/>
            <a:ext cx="1280160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rial"/>
              </a:rPr>
              <a:t>JTAG/SWD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" y="1700784"/>
            <a:ext cx="11686032" cy="3566160"/>
          </a:xfrm>
          <a:prstGeom prst="roundRect">
            <a:avLst/>
          </a:prstGeom>
          <a:solidFill>
            <a:srgbClr val="1A1A1A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1847088"/>
            <a:ext cx="8046720" cy="182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rial"/>
              </a:rPr>
              <a:t>ONE AEPLO PLATFORM: FROM NPI SIGNALS TO DEBUG EVIDENCE TO GATE DECISIONS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084831"/>
            <a:ext cx="7498079" cy="16459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819" b="0" i="0">
                <a:solidFill>
                  <a:srgbClr val="B8B8B8"/>
                </a:solidFill>
                <a:latin typeface="Arial"/>
              </a:rPr>
              <a:t>Designed for embedded PDLC teams that need traceable, hardware-backed decisions from PG1 discovery through PG5 launch prep.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" y="2432304"/>
            <a:ext cx="2130552" cy="199339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2432304"/>
            <a:ext cx="2130552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57784" y="2596896"/>
            <a:ext cx="347472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7784" y="2660904"/>
            <a:ext cx="347472" cy="91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2578608"/>
            <a:ext cx="1444752" cy="32918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EMBEDDED DATA 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3127248"/>
            <a:ext cx="1810512" cy="10515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40" b="0" i="0">
                <a:solidFill>
                  <a:srgbClr val="E8E8E8"/>
                </a:solidFill>
                <a:latin typeface="Arial"/>
              </a:rPr>
              <a:t>Jira defects and NPI epics
Confluence PRD and architecture
GitHub code, PRs and reviews
JTAG/SWD register evidence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0" y="2432304"/>
            <a:ext cx="2130552" cy="199339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0" y="2432304"/>
            <a:ext cx="2130552" cy="54864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2072" y="2596896"/>
            <a:ext cx="347472" cy="347472"/>
          </a:xfrm>
          <a:prstGeom prst="round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62072" y="2660904"/>
            <a:ext cx="347472" cy="91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578608"/>
            <a:ext cx="1444752" cy="32918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UNIFIED PDLC FOUNDATION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7792" y="3127248"/>
            <a:ext cx="1810512" cy="10515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40" b="0" i="0">
                <a:solidFill>
                  <a:srgbClr val="E8E8E8"/>
                </a:solidFill>
                <a:latin typeface="Arial"/>
              </a:rPr>
              <a:t>Requirements -&gt; code -&gt; tests
Board and firmware knowledge graph
Evidence lake for debug sessions
PG1 / PG3 / PG5 lifecycle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47488" y="2432304"/>
            <a:ext cx="2130552" cy="199339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47488" y="2432304"/>
            <a:ext cx="2130552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66360" y="2596896"/>
            <a:ext cx="347472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66360" y="2660904"/>
            <a:ext cx="347472" cy="91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2578608"/>
            <a:ext cx="1444752" cy="32918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AGENTIC ORCHESTRATION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27248"/>
            <a:ext cx="1810512" cy="10515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40" b="0" i="0">
                <a:solidFill>
                  <a:srgbClr val="E8E8E8"/>
                </a:solidFill>
                <a:latin typeface="Arial"/>
              </a:rPr>
              <a:t>Atlassian MCP routing
Specialist JTAG RCA agents
Copilot-assisted guarded fixes
GitHub branch and PR automation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51775" y="2432304"/>
            <a:ext cx="2130552" cy="199339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51775" y="2432304"/>
            <a:ext cx="2130552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470647" y="2596896"/>
            <a:ext cx="347472" cy="34747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70647" y="2660904"/>
            <a:ext cx="347472" cy="91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00415" y="2578608"/>
            <a:ext cx="1444752" cy="32918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7" y="3127248"/>
            <a:ext cx="1810512" cy="10515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40" b="0" i="0">
                <a:solidFill>
                  <a:srgbClr val="E8E8E8"/>
                </a:solidFill>
                <a:latin typeface="Arial"/>
              </a:rPr>
              <a:t>PG1 risk-backed scope
PG3 root cause and fix proof
PG5 READY / NOT_READY verdict
Reusable audit evidence package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29216" y="1901952"/>
            <a:ext cx="1993392" cy="3063240"/>
          </a:xfrm>
          <a:prstGeom prst="roundRect">
            <a:avLst/>
          </a:prstGeom>
          <a:solidFill>
            <a:srgbClr val="111111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93808" y="2057400"/>
            <a:ext cx="1627632" cy="16459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BUSINESS VALUE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2295144"/>
            <a:ext cx="1673352" cy="10972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40" b="0" i="0">
                <a:solidFill>
                  <a:srgbClr val="B8B8B8"/>
                </a:solidFill>
                <a:latin typeface="Arial"/>
              </a:rPr>
              <a:t>Measured for the V8 demo story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93808" y="2542032"/>
            <a:ext cx="1234440" cy="71323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66960" y="2606040"/>
            <a:ext cx="1088136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600" b="1" i="0">
                <a:solidFill>
                  <a:srgbClr val="D71920"/>
                </a:solidFill>
                <a:latin typeface="Arial"/>
              </a:rPr>
              <a:t>41%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2880360"/>
            <a:ext cx="1088136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80" b="0" i="0">
                <a:solidFill>
                  <a:srgbClr val="E8E8E8"/>
                </a:solidFill>
                <a:latin typeface="Arial"/>
              </a:rPr>
              <a:t>PDLC lead-time drop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93808" y="3401568"/>
            <a:ext cx="1234440" cy="71323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66960" y="3465576"/>
            <a:ext cx="1088136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600" b="1" i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3739896"/>
            <a:ext cx="1088136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80" b="0" i="0">
                <a:solidFill>
                  <a:srgbClr val="E8E8E8"/>
                </a:solidFill>
                <a:latin typeface="Arial"/>
              </a:rPr>
              <a:t>fewer defect escapes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93808" y="4261104"/>
            <a:ext cx="1234440" cy="713232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325112"/>
            <a:ext cx="1088136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600" b="1" i="0">
                <a:solidFill>
                  <a:srgbClr val="D71920"/>
                </a:solidFill>
                <a:latin typeface="Arial"/>
              </a:rPr>
              <a:t>92%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60" y="4599432"/>
            <a:ext cx="1088136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80" b="0" i="0">
                <a:solidFill>
                  <a:srgbClr val="E8E8E8"/>
                </a:solidFill>
                <a:latin typeface="Arial"/>
              </a:rPr>
              <a:t>agent handoff success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6032" y="5468112"/>
            <a:ext cx="6903720" cy="749808"/>
          </a:xfrm>
          <a:prstGeom prst="roundRect">
            <a:avLst/>
          </a:prstGeom>
          <a:solidFill>
            <a:srgbClr val="2B2B2B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577840"/>
            <a:ext cx="1325880" cy="11887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850" b="1" i="0">
                <a:solidFill>
                  <a:srgbClr val="D71920"/>
                </a:solidFill>
                <a:latin typeface="Arial"/>
              </a:rPr>
              <a:t>LIVE DEMO FLOW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874519" y="5650992"/>
            <a:ext cx="56692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74519" y="5701284"/>
            <a:ext cx="56692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37359" y="5961888"/>
            <a:ext cx="84124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Discovery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32887" y="5678424"/>
            <a:ext cx="182880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00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862072" y="5650992"/>
            <a:ext cx="566928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62072" y="5701284"/>
            <a:ext cx="56692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PG3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24912" y="5961888"/>
            <a:ext cx="84124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JTAG RCA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20440" y="5678424"/>
            <a:ext cx="182880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00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49624" y="5650992"/>
            <a:ext cx="56692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49624" y="5701284"/>
            <a:ext cx="56692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12464" y="5961888"/>
            <a:ext cx="84124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Copilot PR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07992" y="5678424"/>
            <a:ext cx="182880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00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837176" y="5650992"/>
            <a:ext cx="566928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837176" y="5701284"/>
            <a:ext cx="56692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0016" y="5961888"/>
            <a:ext cx="84124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Gate verdict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95544" y="5678424"/>
            <a:ext cx="182880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000" b="1" i="0">
                <a:solidFill>
                  <a:srgbClr val="D71920"/>
                </a:solidFill>
                <a:latin typeface="Arial"/>
              </a:rPr>
              <a:t>&gt;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824728" y="5650992"/>
            <a:ext cx="56692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24728" y="5701284"/>
            <a:ext cx="56692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Arial"/>
              </a:rPr>
              <a:t>LEARN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87568" y="5961888"/>
            <a:ext cx="841248" cy="7315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570" b="0" i="0">
                <a:solidFill>
                  <a:srgbClr val="E8E8E8"/>
                </a:solidFill>
                <a:latin typeface="Arial"/>
              </a:rPr>
              <a:t>QA2Release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88352" y="5468112"/>
            <a:ext cx="4553712" cy="749808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D719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71231" y="5577840"/>
            <a:ext cx="1737360" cy="11887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850" b="1" i="0">
                <a:solidFill>
                  <a:srgbClr val="D71920"/>
                </a:solidFill>
                <a:latin typeface="Arial"/>
              </a:rPr>
              <a:t>STANDOUT DIFFERENTIATOR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571231" y="5806440"/>
            <a:ext cx="4133087" cy="1828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50" b="0" i="0">
                <a:solidFill>
                  <a:srgbClr val="E8E8E8"/>
                </a:solidFill>
                <a:latin typeface="Arial"/>
              </a:rPr>
              <a:t>JTAG evidence is no longer isolated debug data; AEPLO turns it into lifecycle evidence, agent context, controlled fixes and launch-readiness proof.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2608" y="6611112"/>
            <a:ext cx="2926080" cy="91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780" b="1" i="0">
                <a:solidFill>
                  <a:srgbClr val="111111"/>
                </a:solidFill>
                <a:latin typeface="Arial"/>
              </a:rPr>
              <a:t>Better Together. Built for Embedded PDLC Impact.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7560" y="6611112"/>
            <a:ext cx="8174736" cy="914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r"/>
            <a:r>
              <a:rPr sz="650" b="1" i="0">
                <a:solidFill>
                  <a:srgbClr val="111111"/>
                </a:solidFill>
                <a:latin typeface="Arial"/>
              </a:rPr>
              <a:t>ROVO Studio | Copilot | Atlassian MCP | GitHub | Jira | Confluence | AEPLO JTAG Accelerator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