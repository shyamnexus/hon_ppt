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0825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0A3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AEPLO JTAG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ACCELERATOR FOR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0C8F0"/>
                </a:solidFill>
                <a:latin typeface="Segoe UI"/>
              </a:rPr>
              <a:t>EMBEDDED PDLC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1">
                <a:solidFill>
                  <a:srgbClr val="B8D0EC"/>
                </a:solidFill>
                <a:latin typeface="Segoe UI"/>
              </a:rPr>
              <a:t>Embedded  |  PDLC  |  AI Optimisation
PG1 Discovery  -&gt;  PG3 Development  -&gt;  PG5 Launch Prep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80A8"/>
                </a:solidFill>
                <a:latin typeface="Segoe UI"/>
              </a:rPr>
              <a:t>May 2026   |   CONFIDENTIAL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8D0EC"/>
                </a:solidFill>
                <a:latin typeface="Segoe UI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AEPLO Platform for Embedded PDLC AI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767328" y="2944367"/>
            <a:ext cx="1609344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0"/>
                </a:solidFill>
                <a:latin typeface="Segoe UI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0"/>
                </a:solidFill>
                <a:latin typeface="Segoe UI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  <a:latin typeface="Segoe UI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  <a:latin typeface="Segoe UI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Segoe UI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0072C6"/>
                </a:solidFill>
                <a:latin typeface="Segoe UI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8B5CF6"/>
                </a:solidFill>
                <a:latin typeface="Segoe UI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FF8C00"/>
                </a:solidFill>
                <a:latin typeface="Segoe UI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00D48A"/>
                </a:solidFill>
                <a:latin typeface="Segoe UI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Validation proof and governance pack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635508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02920" y="6391656"/>
            <a:ext cx="8138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00D48A"/>
                </a:solidFill>
                <a:latin typeface="Segoe UI"/>
              </a:rPr>
              <a:t>COMMON IDEA: AEPLO connects enterprise collaboration tools with embedded hardware evidence to optimise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PG1 Discovery — AI Risk &amp; Scope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89A"/>
                </a:solidFill>
                <a:latin typeface="Segoe UI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2C6"/>
                </a:solidFill>
                <a:latin typeface="Segoe UI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64992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8C00"/>
                </a:solidFill>
                <a:latin typeface="Segoe UI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0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72C6"/>
                </a:solidFill>
                <a:latin typeface="Segoe UI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  <a:latin typeface="Segoe UI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8B5CF6"/>
                </a:solidFill>
                <a:latin typeface="Segoe UI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D48A"/>
                </a:solidFill>
                <a:latin typeface="Segoe UI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  <a:latin typeface="Segoe UI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A89A"/>
                </a:solidFill>
                <a:latin typeface="Segoe UI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2C6"/>
                </a:solidFill>
                <a:latin typeface="Segoe UI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D48A"/>
                </a:solidFill>
                <a:latin typeface="Segoe UI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8A"/>
                </a:solidFill>
                <a:latin typeface="Segoe UI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Segoe UI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  <a:latin typeface="Segoe UI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2C6"/>
                </a:solidFill>
                <a:latin typeface="Segoe UI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02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8A"/>
                </a:solidFill>
                <a:latin typeface="Segoe UI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3A3A"/>
                </a:solidFill>
                <a:latin typeface="Segoe UI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  <a:latin typeface="Segoe UI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2C6"/>
                </a:solidFill>
                <a:latin typeface="Segoe UI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8A"/>
                </a:solidFill>
                <a:latin typeface="Segoe UI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B5CF6"/>
                </a:solidFill>
                <a:latin typeface="Segoe UI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A89A"/>
                </a:solidFill>
                <a:latin typeface="Segoe UI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2C6"/>
                </a:solidFill>
                <a:latin typeface="Segoe UI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Segoe UI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00D48A"/>
                </a:solidFill>
                <a:latin typeface="Segoe UI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0072C6"/>
                </a:solidFill>
                <a:latin typeface="Segoe UI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FF8C00"/>
                </a:solidFill>
                <a:latin typeface="Segoe UI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8B5CF6"/>
                </a:solidFill>
                <a:latin typeface="Segoe U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F0"/>
                </a:solidFill>
                <a:latin typeface="Segoe UI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9A"/>
                </a:solidFill>
                <a:latin typeface="Segoe UI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2C6"/>
                </a:solidFill>
                <a:latin typeface="Segoe UI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8A"/>
                </a:solidFill>
                <a:latin typeface="Segoe UI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440680" y="2587752"/>
            <a:ext cx="2834640" cy="169164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532120" y="265176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READY TO TRANSFORM?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532120" y="304495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C8F0"/>
                </a:solidFill>
                <a:latin typeface="Segoe UI"/>
              </a:rPr>
              <a:t>aeplo.ai/demo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532120" y="3429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hello@aeplo.ai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532120" y="399592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080A8"/>
                </a:solidFill>
                <a:latin typeface="Segoe UI"/>
              </a:rPr>
              <a:t>© 2026 AEPLO Technologies Inc.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