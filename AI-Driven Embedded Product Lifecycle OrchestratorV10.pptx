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8" r:id="rId5"/>
    <p:sldId id="257" r:id="rId6"/>
    <p:sldId id="259" r:id="rId8"/>
    <p:sldId id="261" r:id="rId10"/>
    <p:sldId id="262" r:id="rId11"/>
    <p:sldId id="270" r:id="rId12"/>
    <p:sldId id="263" r:id="rId13"/>
    <p:sldId id="264" r:id="rId14"/>
    <p:sldId id="269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535" autoAdjust="0"/>
  </p:normalViewPr>
  <p:slideViewPr>
    <p:cSldViewPr snapToGrid="0">
      <p:cViewPr>
        <p:scale>
          <a:sx n="125" d="100"/>
          <a:sy n="125" d="100"/>
        </p:scale>
        <p:origin x="1194" y="-9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presenting the AEPLO JTAG Accelerator for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Embedded PDLC AI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Optimisation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story is simple: connect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data, code, AI assistance, and JTAG evidence so we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move faster from discovery to validated launch readiness.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Problem :</a:t>
            </a:r>
            <a:br>
              <a:rPr lang="en-US"/>
            </a:br>
            <a:r>
              <a:rPr lang="en-US"/>
              <a:t>Embedded PDLC data is fragmented. Jira, Confluence, GitHub,</a:t>
            </a:r>
          </a:p>
          <a:p>
            <a:r>
              <a:rPr lang="en-US"/>
              <a:t>QA results, and JTAG/SWD hardware evidence often sit in</a:t>
            </a:r>
          </a:p>
          <a:p>
            <a:r>
              <a:rPr lang="en-US"/>
              <a:t>separate places. That slows decisions across PG1, PG3, and PG5</a:t>
            </a:r>
          </a:p>
          <a:p>
            <a:r>
              <a:rPr lang="en-US"/>
              <a:t>and makes launch readiness harder to prove.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"The architecture connects Jira, Confluence, GitHub, Copilot,</a:t>
            </a:r>
          </a:p>
          <a:p>
            <a:r>
              <a:rPr lang="en-US"/>
              <a:t>ROVO Studio, Atlassian MCP, and JTAG/SWD evidence. AEPLO then</a:t>
            </a:r>
          </a:p>
          <a:p>
            <a:r>
              <a:rPr lang="en-US"/>
              <a:t>turns that data into orchestration, controlled fixes, gate</a:t>
            </a:r>
          </a:p>
          <a:p>
            <a:r>
              <a:rPr lang="en-US"/>
              <a:t>verdicts, and reusable launch evidence."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958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PG1, AEPLO collects PRD context, Jira themes, Confluence</a:t>
            </a:r>
          </a:p>
          <a:p>
            <a:r>
              <a:rPr lang="en-US"/>
              <a:t>architecture, GitHub history, and target-board assumptions. It</a:t>
            </a:r>
          </a:p>
          <a:p>
            <a:r>
              <a:rPr lang="en-US"/>
              <a:t>maps PDLC risks and embedded debug hotspots, then produces a</a:t>
            </a:r>
          </a:p>
          <a:p>
            <a:r>
              <a:rPr lang="en-US"/>
              <a:t>risk-backed demo scope and validation plan."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362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PG3, the JTAG Accelerator converts embedded coding defects</a:t>
            </a:r>
          </a:p>
          <a:p>
            <a:r>
              <a:rPr lang="en-US"/>
              <a:t>into hardware-backed root-cause analysis. It captures registers,</a:t>
            </a:r>
          </a:p>
          <a:p>
            <a:r>
              <a:rPr lang="en-US"/>
              <a:t>stack frames, memory evidence, and probe logs, then links the</a:t>
            </a:r>
          </a:p>
          <a:p>
            <a:r>
              <a:rPr lang="en-US"/>
              <a:t>controlled fix back to GitHub and Jira."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90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"This slide shows three real-time use cases for the JTAG agent.</a:t>
            </a:r>
          </a:p>
          <a:p>
            <a:r>
              <a:rPr lang="en-US"/>
              <a:t>First, a bootloader-to-application handoff caused a </a:t>
            </a:r>
            <a:r>
              <a:rPr lang="en-US" err="1"/>
              <a:t>HardFault</a:t>
            </a:r>
            <a:endParaRPr lang="en-US"/>
          </a:p>
          <a:p>
            <a:r>
              <a:rPr lang="en-US"/>
              <a:t>because </a:t>
            </a:r>
            <a:r>
              <a:rPr lang="en-US" err="1"/>
              <a:t>SysTick</a:t>
            </a:r>
            <a:r>
              <a:rPr lang="en-US"/>
              <a:t> was enabled but the application vector table had</a:t>
            </a:r>
          </a:p>
          <a:p>
            <a:r>
              <a:rPr lang="en-US"/>
              <a:t>no </a:t>
            </a:r>
            <a:r>
              <a:rPr lang="en-US" err="1"/>
              <a:t>SysTick</a:t>
            </a:r>
            <a:r>
              <a:rPr lang="en-US"/>
              <a:t> handler. The agent correlated the PC, vector table,</a:t>
            </a:r>
          </a:p>
          <a:p>
            <a:r>
              <a:rPr lang="en-US"/>
              <a:t>and peripheral state and reduced diagnosis from days to about</a:t>
            </a:r>
          </a:p>
          <a:p>
            <a:r>
              <a:rPr lang="en-US"/>
              <a:t>45 minutes.</a:t>
            </a:r>
          </a:p>
          <a:p>
            <a:endParaRPr lang="en-US"/>
          </a:p>
          <a:p>
            <a:r>
              <a:rPr lang="en-US"/>
              <a:t>Second, the agent emulated a sub-zero ADC condition at room</a:t>
            </a:r>
          </a:p>
          <a:p>
            <a:r>
              <a:rPr lang="en-US"/>
              <a:t>temperature. That allowed driver </a:t>
            </a:r>
            <a:r>
              <a:rPr lang="en-US" err="1"/>
              <a:t>reinitialisation</a:t>
            </a:r>
            <a:r>
              <a:rPr lang="en-US"/>
              <a:t> and gain</a:t>
            </a:r>
          </a:p>
          <a:p>
            <a:r>
              <a:rPr lang="en-US"/>
              <a:t>adjustment to be validated without waiting for thermal chamber</a:t>
            </a:r>
          </a:p>
          <a:p>
            <a:r>
              <a:rPr lang="en-US"/>
              <a:t>cycling.</a:t>
            </a:r>
          </a:p>
          <a:p>
            <a:endParaRPr lang="en-US"/>
          </a:p>
          <a:p>
            <a:r>
              <a:rPr lang="en-US"/>
              <a:t>Third, for a boot failure after flashing a new build, the agent</a:t>
            </a:r>
          </a:p>
          <a:p>
            <a:r>
              <a:rPr lang="en-US"/>
              <a:t>traced the Program Counter and identified execution going to</a:t>
            </a:r>
          </a:p>
          <a:p>
            <a:r>
              <a:rPr lang="en-US"/>
              <a:t>system ROM instead of internal flash. The key message is that</a:t>
            </a:r>
          </a:p>
          <a:p>
            <a:r>
              <a:rPr lang="en-US"/>
              <a:t>JTAG evidence becomes actionable AI context, not just a debug</a:t>
            </a:r>
          </a:p>
          <a:p>
            <a:r>
              <a:rPr lang="en-US"/>
              <a:t>artifact."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PG5, AEPLO evaluates code, QA results, traceability, and</a:t>
            </a:r>
          </a:p>
          <a:p>
            <a:r>
              <a:rPr lang="en-US"/>
              <a:t>JTAG/SWD evidence together. The gatekeeper produces a clear</a:t>
            </a:r>
          </a:p>
          <a:p>
            <a:r>
              <a:rPr lang="en-US"/>
              <a:t>READY or NOT_READY verdict, plus a prioritized remediation list</a:t>
            </a:r>
          </a:p>
          <a:p>
            <a:r>
              <a:rPr lang="en-US"/>
              <a:t>for validation and launch preparation.“</a:t>
            </a:r>
          </a:p>
          <a:p>
            <a:r>
              <a:rPr lang="en-US"/>
              <a:t>We also Plan to demo a STQC Agent as part of PG5 , All IOT based Surveillance devices (Cameras and NVRs) need to be BIS certified and in order to do so , need to go through a very strict STQC audit.</a:t>
            </a:r>
          </a:p>
          <a:p>
            <a:r>
              <a:rPr lang="en-US"/>
              <a:t>The STQC team updates the Guidelines from time to time, tightening the security norms a little further at each revision.</a:t>
            </a:r>
          </a:p>
          <a:p>
            <a:endParaRPr lang="en-US"/>
          </a:p>
          <a:p>
            <a:r>
              <a:rPr lang="en-US"/>
              <a:t>Developers take  months to traverse through the code, and Create evidences, Validate them and do a thorough Code/Hardware Review.</a:t>
            </a:r>
          </a:p>
          <a:p>
            <a:r>
              <a:rPr lang="en-US"/>
              <a:t>AEPLO’s STQC feature reduces this time frame to Days.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"QA2Release closes the loop. Test failures and JTAG evidence</a:t>
            </a:r>
          </a:p>
          <a:p>
            <a:r>
              <a:rPr lang="en-US"/>
              <a:t>feed root-cause analysis, test </a:t>
            </a:r>
            <a:r>
              <a:rPr lang="en-US" err="1"/>
              <a:t>optimisation</a:t>
            </a:r>
            <a:r>
              <a:rPr lang="en-US"/>
              <a:t>, and next-release</a:t>
            </a:r>
          </a:p>
          <a:p>
            <a:r>
              <a:rPr lang="en-US"/>
              <a:t>learning. The output becomes Jira actions, Confluence summaries,</a:t>
            </a:r>
          </a:p>
          <a:p>
            <a:r>
              <a:rPr lang="en-US"/>
              <a:t>and better evidence for the next gate.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25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matrix connects the demo to measurable judging criteria.</a:t>
            </a:r>
          </a:p>
          <a:p>
            <a:r>
              <a:rPr lang="en-US" dirty="0"/>
              <a:t>We show a 41 percent lead-time drop, 60 percent fewer projected</a:t>
            </a:r>
          </a:p>
          <a:p>
            <a:r>
              <a:rPr lang="en-US" dirty="0"/>
              <a:t>defect escapes, 85 percent BA hosting readiness, and measurable</a:t>
            </a:r>
          </a:p>
          <a:p>
            <a:r>
              <a:rPr lang="en-US" dirty="0"/>
              <a:t>agentic AI execution metrics including handoff success, tool</a:t>
            </a:r>
          </a:p>
          <a:p>
            <a:r>
              <a:rPr lang="en-US" dirty="0"/>
              <a:t>calling accuracy, and prompt caching </a:t>
            </a:r>
            <a:r>
              <a:rPr lang="en-US" dirty="0" err="1"/>
              <a:t>utilisation</a:t>
            </a:r>
            <a:r>
              <a:rPr lang="en-US" dirty="0"/>
              <a:t>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3-Minute 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PRD TO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622792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Confluence PRD -&gt; Pickable Jira Work</a:t>
            </a:r>
            <a:r>
              <a:rPr sz="2800" b="1" i="0" err="1">
                <a:solidFill>
                  <a:srgbClr val="FFFFFF"/>
                </a:solidFill>
                <a:latin typeface="Arial"/>
              </a:rPr>
              <a:t/>
            </a:r>
            <a:endParaRPr sz="2800" b="1" i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Epics and stories are created from the PRD hosted on Confluence, guided by SDE Elements and PSJIRA. The user picks work items and AEPLO carries acceptance context into the branch.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Confluence PRD +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Reads PRD, SDE Elements, architecture notes, release intent, security scope and PSJIRA conventions.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CREATE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Epics, Stories and Criteria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Maps requirements into epics, stories, acceptance criteria, trace links and validation evidence expectations.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PICK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User Selects Work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Lists stories for the user to pick, then creates a feature branch with PRD clauses and QA inputs attached.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Firmware Generation and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At PG3, AEPLO generates firmware/code from datasheet and PRD, injecting SDK, BSP, compiler, OS/RTOS and board context before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DATASHEET + PRD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Requirement, register map, interface contract and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SDK / OS / RTOS INJECTION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SDK, BSP, HAL, compiler, memory map, OS/RTOS and board constraints are injected.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FIRMWARE GENERATION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Driver skeletons, peripheral init, configuration tables and test hooks are generated.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VALIDATED FEATURE BRANCH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Generated code becomes a review-ready branch with tests, evidence and PRD traceability.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DATASHEET AND HARDWARE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Checks: datasheet conformance | PRD trace | static/unit validation | JTAG/SWD registers, stack frames, memory dumps, peripheral state and probe logs.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Draft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Firmware first draft moves from days to guided PG3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Validation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generated file links PRD, datasheet, QA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firmware flows into QA release and STQC readiness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8B8B8"/>
                </a:solidFill>
                <a:latin typeface="Arial"/>
              </a:rPr>
              <a:t>5  /  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0"/>
            <a:ext cx="9144000" cy="25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>
              <a:solidFill>
                <a:srgbClr val="FF8C00"/>
              </a:solidFill>
              <a:latin typeface="Segoe UI"/>
            </a:endParaRP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100" b="1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star of PG5: 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7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 RELEASE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 Release Gate Closed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Feature branch, PRD criteria, QA inputs and JTAG evidence are validated together. NOT_READY decisions become prioritized next-release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Validate Release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QA results, PRD acceptance criteria, generated firmware tests and JTAG evidence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Readiness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and hardware evidence.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Guide Next Release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stories and priorities are created until the release gate returns READY.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6-10 weeks -&gt; 2-4 days
- First-pack effort reduction: 85-92%
- Hard-rule checks: foreign characters, STQC ER coverage, missing sections</a:t>
            </a:r>
          </a:p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3-5 days -&gt; 1-2 days
- Faster first loop: 45-60%
- Context injected: datasheet, PRD, SDK, BSP, OS/RTOS</a:t>
            </a:r>
            <a:r>
              <a:rPr lang="en-US" sz="840" dirty="0">
                <a:solidFill>
                  <a:srgbClr val="E8E8E8"/>
                </a:solidFill>
                <a:latin typeface="Arial"/>
              </a:rPr>
              <a:t/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  <a:r>
              <a:rPr lang="en-US" sz="840" dirty="0">
                <a:solidFill>
                  <a:srgbClr val="E8E8E8"/>
                </a:solidFill>
                <a:latin typeface="Arial"/>
              </a:rPr>
              <a:t/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AEPLO loops across PRD, PG3 firmware, JTAG, QA and STQC until READY.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2747</Words>
  <Application>Microsoft Office PowerPoint</Application>
  <PresentationFormat>On-screen Show (4:3)</PresentationFormat>
  <Paragraphs>402</Paragraphs>
  <Slides>14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1</cp:revision>
  <dcterms:created xsi:type="dcterms:W3CDTF">2013-01-27T09:14:16Z</dcterms:created>
  <dcterms:modified xsi:type="dcterms:W3CDTF">2026-06-17T05:45:01Z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