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411" autoAdjust="0"/>
  </p:normalViewPr>
  <p:slideViewPr>
    <p:cSldViewPr snapToGrid="0" snapToObjects="1">
      <p:cViewPr varScale="1">
        <p:scale>
          <a:sx n="79" d="100"/>
          <a:sy n="79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14D2A9-BF5E-4BF2-A073-89594F1C581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EB824F-646B-410C-B71E-612304526E79}">
      <dgm:prSet/>
      <dgm:spPr/>
      <dgm:t>
        <a:bodyPr/>
        <a:lstStyle/>
        <a:p>
          <a:r>
            <a:rPr lang="en-US"/>
            <a:t>Lifecycle-aware AI orchestrator</a:t>
          </a:r>
        </a:p>
      </dgm:t>
    </dgm:pt>
    <dgm:pt modelId="{56EBDED5-0B3E-43CA-BEDE-BDF97662EDBC}" type="parTrans" cxnId="{EEDE2A7A-6CCC-4FB5-A223-7E7F4E7164C4}">
      <dgm:prSet/>
      <dgm:spPr/>
      <dgm:t>
        <a:bodyPr/>
        <a:lstStyle/>
        <a:p>
          <a:endParaRPr lang="en-US"/>
        </a:p>
      </dgm:t>
    </dgm:pt>
    <dgm:pt modelId="{2A8D580E-2087-400A-8B6B-3368BE8842F7}" type="sibTrans" cxnId="{EEDE2A7A-6CCC-4FB5-A223-7E7F4E7164C4}">
      <dgm:prSet/>
      <dgm:spPr/>
      <dgm:t>
        <a:bodyPr/>
        <a:lstStyle/>
        <a:p>
          <a:endParaRPr lang="en-US"/>
        </a:p>
      </dgm:t>
    </dgm:pt>
    <dgm:pt modelId="{757CB92E-D2FA-4096-9777-C5325B476ED4}">
      <dgm:prSet/>
      <dgm:spPr/>
      <dgm:t>
        <a:bodyPr/>
        <a:lstStyle/>
        <a:p>
          <a:r>
            <a:rPr lang="en-US"/>
            <a:t>Multi-agent engineering intelligence</a:t>
          </a:r>
        </a:p>
      </dgm:t>
    </dgm:pt>
    <dgm:pt modelId="{589AF49A-EB14-4F6A-AAE8-8A4B5C5E26DF}" type="parTrans" cxnId="{B9341B43-2EE2-4BC3-8D30-9A6793DF9915}">
      <dgm:prSet/>
      <dgm:spPr/>
      <dgm:t>
        <a:bodyPr/>
        <a:lstStyle/>
        <a:p>
          <a:endParaRPr lang="en-US"/>
        </a:p>
      </dgm:t>
    </dgm:pt>
    <dgm:pt modelId="{60AAFDC7-D1C8-4533-A8FB-38BEF07BFB60}" type="sibTrans" cxnId="{B9341B43-2EE2-4BC3-8D30-9A6793DF9915}">
      <dgm:prSet/>
      <dgm:spPr/>
      <dgm:t>
        <a:bodyPr/>
        <a:lstStyle/>
        <a:p>
          <a:endParaRPr lang="en-US"/>
        </a:p>
      </dgm:t>
    </dgm:pt>
    <dgm:pt modelId="{8D2BAAE9-7C22-4C0D-92CF-77CBAE71A59E}">
      <dgm:prSet/>
      <dgm:spPr/>
      <dgm:t>
        <a:bodyPr/>
        <a:lstStyle/>
        <a:p>
          <a:r>
            <a:rPr lang="en-US"/>
            <a:t>Continuous QA feedback loop</a:t>
          </a:r>
        </a:p>
      </dgm:t>
    </dgm:pt>
    <dgm:pt modelId="{50FFAC0F-5B8D-4766-8597-CB5D12276DFC}" type="parTrans" cxnId="{E88EA71A-CFA1-4F5C-BC80-A5BFAA22DDA9}">
      <dgm:prSet/>
      <dgm:spPr/>
      <dgm:t>
        <a:bodyPr/>
        <a:lstStyle/>
        <a:p>
          <a:endParaRPr lang="en-US"/>
        </a:p>
      </dgm:t>
    </dgm:pt>
    <dgm:pt modelId="{B0D6F8D9-8186-4CDF-9AFE-20548090F3D9}" type="sibTrans" cxnId="{E88EA71A-CFA1-4F5C-BC80-A5BFAA22DDA9}">
      <dgm:prSet/>
      <dgm:spPr/>
      <dgm:t>
        <a:bodyPr/>
        <a:lstStyle/>
        <a:p>
          <a:endParaRPr lang="en-US"/>
        </a:p>
      </dgm:t>
    </dgm:pt>
    <dgm:pt modelId="{E8DF268C-5AD5-4615-A614-BE9D2E6F121E}">
      <dgm:prSet/>
      <dgm:spPr/>
      <dgm:t>
        <a:bodyPr/>
        <a:lstStyle/>
        <a:p>
          <a:r>
            <a:rPr lang="en-US"/>
            <a:t>Governance built-in</a:t>
          </a:r>
        </a:p>
      </dgm:t>
    </dgm:pt>
    <dgm:pt modelId="{B49E3CD6-D03A-4DF0-B0AA-457BE662E1CE}" type="parTrans" cxnId="{11C1E98D-B69B-4717-AA76-C054F2E0CB69}">
      <dgm:prSet/>
      <dgm:spPr/>
      <dgm:t>
        <a:bodyPr/>
        <a:lstStyle/>
        <a:p>
          <a:endParaRPr lang="en-US"/>
        </a:p>
      </dgm:t>
    </dgm:pt>
    <dgm:pt modelId="{9131E035-4547-44E7-A6DB-6D6A86BE95C3}" type="sibTrans" cxnId="{11C1E98D-B69B-4717-AA76-C054F2E0CB69}">
      <dgm:prSet/>
      <dgm:spPr/>
      <dgm:t>
        <a:bodyPr/>
        <a:lstStyle/>
        <a:p>
          <a:endParaRPr lang="en-US"/>
        </a:p>
      </dgm:t>
    </dgm:pt>
    <dgm:pt modelId="{B758BECA-75B7-4910-8247-FDEAB6FAD03A}" type="pres">
      <dgm:prSet presAssocID="{4314D2A9-BF5E-4BF2-A073-89594F1C5814}" presName="root" presStyleCnt="0">
        <dgm:presLayoutVars>
          <dgm:dir/>
          <dgm:resizeHandles val="exact"/>
        </dgm:presLayoutVars>
      </dgm:prSet>
      <dgm:spPr/>
    </dgm:pt>
    <dgm:pt modelId="{5E28C565-C3C9-4F0E-A004-92C1338A7E34}" type="pres">
      <dgm:prSet presAssocID="{5EEB824F-646B-410C-B71E-612304526E79}" presName="compNode" presStyleCnt="0"/>
      <dgm:spPr/>
    </dgm:pt>
    <dgm:pt modelId="{CA8228E2-BC24-4FCC-B83D-7195875FB458}" type="pres">
      <dgm:prSet presAssocID="{5EEB824F-646B-410C-B71E-612304526E7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7E7A6CD-9A23-4C69-AF7F-3CC62DFC918C}" type="pres">
      <dgm:prSet presAssocID="{5EEB824F-646B-410C-B71E-612304526E79}" presName="spaceRect" presStyleCnt="0"/>
      <dgm:spPr/>
    </dgm:pt>
    <dgm:pt modelId="{89A8A12B-8792-490D-9A6C-57B48B17831D}" type="pres">
      <dgm:prSet presAssocID="{5EEB824F-646B-410C-B71E-612304526E79}" presName="textRect" presStyleLbl="revTx" presStyleIdx="0" presStyleCnt="4">
        <dgm:presLayoutVars>
          <dgm:chMax val="1"/>
          <dgm:chPref val="1"/>
        </dgm:presLayoutVars>
      </dgm:prSet>
      <dgm:spPr/>
    </dgm:pt>
    <dgm:pt modelId="{B11D95A2-0CF2-429E-8362-C47D1B3B529E}" type="pres">
      <dgm:prSet presAssocID="{2A8D580E-2087-400A-8B6B-3368BE8842F7}" presName="sibTrans" presStyleCnt="0"/>
      <dgm:spPr/>
    </dgm:pt>
    <dgm:pt modelId="{388FE16B-D857-4FF8-922E-C86049AAE380}" type="pres">
      <dgm:prSet presAssocID="{757CB92E-D2FA-4096-9777-C5325B476ED4}" presName="compNode" presStyleCnt="0"/>
      <dgm:spPr/>
    </dgm:pt>
    <dgm:pt modelId="{B3675AA7-9772-4086-BEAB-557C178C88E1}" type="pres">
      <dgm:prSet presAssocID="{757CB92E-D2FA-4096-9777-C5325B476ED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6D0B038-6126-405B-8F12-B3A9EB4B84EB}" type="pres">
      <dgm:prSet presAssocID="{757CB92E-D2FA-4096-9777-C5325B476ED4}" presName="spaceRect" presStyleCnt="0"/>
      <dgm:spPr/>
    </dgm:pt>
    <dgm:pt modelId="{B99626FE-FBE4-4584-91E7-63012B73F9B3}" type="pres">
      <dgm:prSet presAssocID="{757CB92E-D2FA-4096-9777-C5325B476ED4}" presName="textRect" presStyleLbl="revTx" presStyleIdx="1" presStyleCnt="4">
        <dgm:presLayoutVars>
          <dgm:chMax val="1"/>
          <dgm:chPref val="1"/>
        </dgm:presLayoutVars>
      </dgm:prSet>
      <dgm:spPr/>
    </dgm:pt>
    <dgm:pt modelId="{BB501DF7-16D2-4326-AE99-0A38404F2595}" type="pres">
      <dgm:prSet presAssocID="{60AAFDC7-D1C8-4533-A8FB-38BEF07BFB60}" presName="sibTrans" presStyleCnt="0"/>
      <dgm:spPr/>
    </dgm:pt>
    <dgm:pt modelId="{E1EF41ED-56E9-4513-AC79-372535BB7705}" type="pres">
      <dgm:prSet presAssocID="{8D2BAAE9-7C22-4C0D-92CF-77CBAE71A59E}" presName="compNode" presStyleCnt="0"/>
      <dgm:spPr/>
    </dgm:pt>
    <dgm:pt modelId="{31E56925-A243-43EB-A991-A1CF98FEB2FA}" type="pres">
      <dgm:prSet presAssocID="{8D2BAAE9-7C22-4C0D-92CF-77CBAE71A59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E3B6DB2F-8204-41EE-82C3-D9651DB29E2B}" type="pres">
      <dgm:prSet presAssocID="{8D2BAAE9-7C22-4C0D-92CF-77CBAE71A59E}" presName="spaceRect" presStyleCnt="0"/>
      <dgm:spPr/>
    </dgm:pt>
    <dgm:pt modelId="{49F994F9-4EB9-4233-A67F-62A16E6B0B2F}" type="pres">
      <dgm:prSet presAssocID="{8D2BAAE9-7C22-4C0D-92CF-77CBAE71A59E}" presName="textRect" presStyleLbl="revTx" presStyleIdx="2" presStyleCnt="4">
        <dgm:presLayoutVars>
          <dgm:chMax val="1"/>
          <dgm:chPref val="1"/>
        </dgm:presLayoutVars>
      </dgm:prSet>
      <dgm:spPr/>
    </dgm:pt>
    <dgm:pt modelId="{A6F00BE3-5DD3-45F9-8410-CBC7A76EE1F7}" type="pres">
      <dgm:prSet presAssocID="{B0D6F8D9-8186-4CDF-9AFE-20548090F3D9}" presName="sibTrans" presStyleCnt="0"/>
      <dgm:spPr/>
    </dgm:pt>
    <dgm:pt modelId="{E8737ECF-2F81-44B6-98B3-B88A13DF7DFD}" type="pres">
      <dgm:prSet presAssocID="{E8DF268C-5AD5-4615-A614-BE9D2E6F121E}" presName="compNode" presStyleCnt="0"/>
      <dgm:spPr/>
    </dgm:pt>
    <dgm:pt modelId="{1B4B5490-5C50-48B0-8303-D3714B49A34D}" type="pres">
      <dgm:prSet presAssocID="{E8DF268C-5AD5-4615-A614-BE9D2E6F121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52567F9-5FC8-4C5C-8AA8-9C3D256F4CE5}" type="pres">
      <dgm:prSet presAssocID="{E8DF268C-5AD5-4615-A614-BE9D2E6F121E}" presName="spaceRect" presStyleCnt="0"/>
      <dgm:spPr/>
    </dgm:pt>
    <dgm:pt modelId="{FC39DE3E-B715-4F8E-AE7E-A7EB73CAF7BE}" type="pres">
      <dgm:prSet presAssocID="{E8DF268C-5AD5-4615-A614-BE9D2E6F121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ADCAE02-FB15-4BC2-90B4-746C709ABFB0}" type="presOf" srcId="{4314D2A9-BF5E-4BF2-A073-89594F1C5814}" destId="{B758BECA-75B7-4910-8247-FDEAB6FAD03A}" srcOrd="0" destOrd="0" presId="urn:microsoft.com/office/officeart/2018/2/layout/IconLabelList"/>
    <dgm:cxn modelId="{E88EA71A-CFA1-4F5C-BC80-A5BFAA22DDA9}" srcId="{4314D2A9-BF5E-4BF2-A073-89594F1C5814}" destId="{8D2BAAE9-7C22-4C0D-92CF-77CBAE71A59E}" srcOrd="2" destOrd="0" parTransId="{50FFAC0F-5B8D-4766-8597-CB5D12276DFC}" sibTransId="{B0D6F8D9-8186-4CDF-9AFE-20548090F3D9}"/>
    <dgm:cxn modelId="{B9341B43-2EE2-4BC3-8D30-9A6793DF9915}" srcId="{4314D2A9-BF5E-4BF2-A073-89594F1C5814}" destId="{757CB92E-D2FA-4096-9777-C5325B476ED4}" srcOrd="1" destOrd="0" parTransId="{589AF49A-EB14-4F6A-AAE8-8A4B5C5E26DF}" sibTransId="{60AAFDC7-D1C8-4533-A8FB-38BEF07BFB60}"/>
    <dgm:cxn modelId="{0E239456-DC45-4112-BCE2-31C636FC4547}" type="presOf" srcId="{E8DF268C-5AD5-4615-A614-BE9D2E6F121E}" destId="{FC39DE3E-B715-4F8E-AE7E-A7EB73CAF7BE}" srcOrd="0" destOrd="0" presId="urn:microsoft.com/office/officeart/2018/2/layout/IconLabelList"/>
    <dgm:cxn modelId="{EEDE2A7A-6CCC-4FB5-A223-7E7F4E7164C4}" srcId="{4314D2A9-BF5E-4BF2-A073-89594F1C5814}" destId="{5EEB824F-646B-410C-B71E-612304526E79}" srcOrd="0" destOrd="0" parTransId="{56EBDED5-0B3E-43CA-BEDE-BDF97662EDBC}" sibTransId="{2A8D580E-2087-400A-8B6B-3368BE8842F7}"/>
    <dgm:cxn modelId="{FCC99786-E0DE-482A-A6CF-C0F2EF064A2D}" type="presOf" srcId="{5EEB824F-646B-410C-B71E-612304526E79}" destId="{89A8A12B-8792-490D-9A6C-57B48B17831D}" srcOrd="0" destOrd="0" presId="urn:microsoft.com/office/officeart/2018/2/layout/IconLabelList"/>
    <dgm:cxn modelId="{11C1E98D-B69B-4717-AA76-C054F2E0CB69}" srcId="{4314D2A9-BF5E-4BF2-A073-89594F1C5814}" destId="{E8DF268C-5AD5-4615-A614-BE9D2E6F121E}" srcOrd="3" destOrd="0" parTransId="{B49E3CD6-D03A-4DF0-B0AA-457BE662E1CE}" sibTransId="{9131E035-4547-44E7-A6DB-6D6A86BE95C3}"/>
    <dgm:cxn modelId="{EFD9FDDA-FC76-4E41-BCB7-70FBF580F694}" type="presOf" srcId="{8D2BAAE9-7C22-4C0D-92CF-77CBAE71A59E}" destId="{49F994F9-4EB9-4233-A67F-62A16E6B0B2F}" srcOrd="0" destOrd="0" presId="urn:microsoft.com/office/officeart/2018/2/layout/IconLabelList"/>
    <dgm:cxn modelId="{A92793EF-630C-4F97-9EF3-F2BDF82AD147}" type="presOf" srcId="{757CB92E-D2FA-4096-9777-C5325B476ED4}" destId="{B99626FE-FBE4-4584-91E7-63012B73F9B3}" srcOrd="0" destOrd="0" presId="urn:microsoft.com/office/officeart/2018/2/layout/IconLabelList"/>
    <dgm:cxn modelId="{5ACDC30E-E3D3-4CE9-9639-2B0F3F756C6B}" type="presParOf" srcId="{B758BECA-75B7-4910-8247-FDEAB6FAD03A}" destId="{5E28C565-C3C9-4F0E-A004-92C1338A7E34}" srcOrd="0" destOrd="0" presId="urn:microsoft.com/office/officeart/2018/2/layout/IconLabelList"/>
    <dgm:cxn modelId="{BA30F250-C770-4D56-AD79-2F9A5834938B}" type="presParOf" srcId="{5E28C565-C3C9-4F0E-A004-92C1338A7E34}" destId="{CA8228E2-BC24-4FCC-B83D-7195875FB458}" srcOrd="0" destOrd="0" presId="urn:microsoft.com/office/officeart/2018/2/layout/IconLabelList"/>
    <dgm:cxn modelId="{30A6F56B-1209-4AEE-BC6E-D7C279E43B04}" type="presParOf" srcId="{5E28C565-C3C9-4F0E-A004-92C1338A7E34}" destId="{57E7A6CD-9A23-4C69-AF7F-3CC62DFC918C}" srcOrd="1" destOrd="0" presId="urn:microsoft.com/office/officeart/2018/2/layout/IconLabelList"/>
    <dgm:cxn modelId="{2B9EDE60-11C5-4F71-B3A2-5F7FB661269D}" type="presParOf" srcId="{5E28C565-C3C9-4F0E-A004-92C1338A7E34}" destId="{89A8A12B-8792-490D-9A6C-57B48B17831D}" srcOrd="2" destOrd="0" presId="urn:microsoft.com/office/officeart/2018/2/layout/IconLabelList"/>
    <dgm:cxn modelId="{EC2E057C-1F11-4867-9372-830A7669AA4F}" type="presParOf" srcId="{B758BECA-75B7-4910-8247-FDEAB6FAD03A}" destId="{B11D95A2-0CF2-429E-8362-C47D1B3B529E}" srcOrd="1" destOrd="0" presId="urn:microsoft.com/office/officeart/2018/2/layout/IconLabelList"/>
    <dgm:cxn modelId="{EEC0B610-2F83-4D1F-93EC-4E338A720D64}" type="presParOf" srcId="{B758BECA-75B7-4910-8247-FDEAB6FAD03A}" destId="{388FE16B-D857-4FF8-922E-C86049AAE380}" srcOrd="2" destOrd="0" presId="urn:microsoft.com/office/officeart/2018/2/layout/IconLabelList"/>
    <dgm:cxn modelId="{058DB246-6294-4790-AA8C-20AD0D606F12}" type="presParOf" srcId="{388FE16B-D857-4FF8-922E-C86049AAE380}" destId="{B3675AA7-9772-4086-BEAB-557C178C88E1}" srcOrd="0" destOrd="0" presId="urn:microsoft.com/office/officeart/2018/2/layout/IconLabelList"/>
    <dgm:cxn modelId="{61EAE987-DA6A-454B-9C27-01DF4234053E}" type="presParOf" srcId="{388FE16B-D857-4FF8-922E-C86049AAE380}" destId="{F6D0B038-6126-405B-8F12-B3A9EB4B84EB}" srcOrd="1" destOrd="0" presId="urn:microsoft.com/office/officeart/2018/2/layout/IconLabelList"/>
    <dgm:cxn modelId="{DAC2777E-CB5F-43B0-BF5E-706D94FC4A6A}" type="presParOf" srcId="{388FE16B-D857-4FF8-922E-C86049AAE380}" destId="{B99626FE-FBE4-4584-91E7-63012B73F9B3}" srcOrd="2" destOrd="0" presId="urn:microsoft.com/office/officeart/2018/2/layout/IconLabelList"/>
    <dgm:cxn modelId="{036624A6-EFAB-4F89-A812-65CA14012B84}" type="presParOf" srcId="{B758BECA-75B7-4910-8247-FDEAB6FAD03A}" destId="{BB501DF7-16D2-4326-AE99-0A38404F2595}" srcOrd="3" destOrd="0" presId="urn:microsoft.com/office/officeart/2018/2/layout/IconLabelList"/>
    <dgm:cxn modelId="{75A03ACC-2EC6-4B36-A7B6-243D4B950371}" type="presParOf" srcId="{B758BECA-75B7-4910-8247-FDEAB6FAD03A}" destId="{E1EF41ED-56E9-4513-AC79-372535BB7705}" srcOrd="4" destOrd="0" presId="urn:microsoft.com/office/officeart/2018/2/layout/IconLabelList"/>
    <dgm:cxn modelId="{1C8C6A85-9A17-42EB-B937-BF1586EB87B3}" type="presParOf" srcId="{E1EF41ED-56E9-4513-AC79-372535BB7705}" destId="{31E56925-A243-43EB-A991-A1CF98FEB2FA}" srcOrd="0" destOrd="0" presId="urn:microsoft.com/office/officeart/2018/2/layout/IconLabelList"/>
    <dgm:cxn modelId="{C0363989-0A6C-4890-9A80-0133B6DAE177}" type="presParOf" srcId="{E1EF41ED-56E9-4513-AC79-372535BB7705}" destId="{E3B6DB2F-8204-41EE-82C3-D9651DB29E2B}" srcOrd="1" destOrd="0" presId="urn:microsoft.com/office/officeart/2018/2/layout/IconLabelList"/>
    <dgm:cxn modelId="{432CF162-C7B0-4EFE-914C-5666D3E4FA13}" type="presParOf" srcId="{E1EF41ED-56E9-4513-AC79-372535BB7705}" destId="{49F994F9-4EB9-4233-A67F-62A16E6B0B2F}" srcOrd="2" destOrd="0" presId="urn:microsoft.com/office/officeart/2018/2/layout/IconLabelList"/>
    <dgm:cxn modelId="{86C2D4FC-E57C-4DE3-B7F2-D56942B2ADA0}" type="presParOf" srcId="{B758BECA-75B7-4910-8247-FDEAB6FAD03A}" destId="{A6F00BE3-5DD3-45F9-8410-CBC7A76EE1F7}" srcOrd="5" destOrd="0" presId="urn:microsoft.com/office/officeart/2018/2/layout/IconLabelList"/>
    <dgm:cxn modelId="{22BBAB5F-4A01-4971-9D1F-D3F4EABBB788}" type="presParOf" srcId="{B758BECA-75B7-4910-8247-FDEAB6FAD03A}" destId="{E8737ECF-2F81-44B6-98B3-B88A13DF7DFD}" srcOrd="6" destOrd="0" presId="urn:microsoft.com/office/officeart/2018/2/layout/IconLabelList"/>
    <dgm:cxn modelId="{94E94A76-269F-4E56-8D19-F60EF0E9FC0F}" type="presParOf" srcId="{E8737ECF-2F81-44B6-98B3-B88A13DF7DFD}" destId="{1B4B5490-5C50-48B0-8303-D3714B49A34D}" srcOrd="0" destOrd="0" presId="urn:microsoft.com/office/officeart/2018/2/layout/IconLabelList"/>
    <dgm:cxn modelId="{9DC3757A-486E-465B-B713-39A037927876}" type="presParOf" srcId="{E8737ECF-2F81-44B6-98B3-B88A13DF7DFD}" destId="{852567F9-5FC8-4C5C-8AA8-9C3D256F4CE5}" srcOrd="1" destOrd="0" presId="urn:microsoft.com/office/officeart/2018/2/layout/IconLabelList"/>
    <dgm:cxn modelId="{92BC3B52-9BF5-4F4B-A8FD-253C77459E10}" type="presParOf" srcId="{E8737ECF-2F81-44B6-98B3-B88A13DF7DFD}" destId="{FC39DE3E-B715-4F8E-AE7E-A7EB73CAF7B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362283-753C-4DE4-A5F5-E996A9D1C48F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61121C6-3E71-48FB-B601-3C6BCB63FCEC}">
      <dgm:prSet/>
      <dgm:spPr/>
      <dgm:t>
        <a:bodyPr/>
        <a:lstStyle/>
        <a:p>
          <a:r>
            <a:rPr lang="en-US"/>
            <a:t>Detect</a:t>
          </a:r>
        </a:p>
      </dgm:t>
    </dgm:pt>
    <dgm:pt modelId="{8E7D6CA8-5926-43FC-9DA1-14892659A63F}" type="parTrans" cxnId="{1650B20B-8EA8-45D7-ACBC-024742415132}">
      <dgm:prSet/>
      <dgm:spPr/>
      <dgm:t>
        <a:bodyPr/>
        <a:lstStyle/>
        <a:p>
          <a:endParaRPr lang="en-US"/>
        </a:p>
      </dgm:t>
    </dgm:pt>
    <dgm:pt modelId="{B46D3BF5-E0D9-4C69-A79B-B1B9B3099615}" type="sibTrans" cxnId="{1650B20B-8EA8-45D7-ACBC-024742415132}">
      <dgm:prSet/>
      <dgm:spPr/>
      <dgm:t>
        <a:bodyPr/>
        <a:lstStyle/>
        <a:p>
          <a:endParaRPr lang="en-US"/>
        </a:p>
      </dgm:t>
    </dgm:pt>
    <dgm:pt modelId="{7D3518B8-EDDC-482C-ABB9-062C75072E94}">
      <dgm:prSet/>
      <dgm:spPr/>
      <dgm:t>
        <a:bodyPr/>
        <a:lstStyle/>
        <a:p>
          <a:r>
            <a:rPr lang="en-US"/>
            <a:t>Detect RTOS &amp; config changes</a:t>
          </a:r>
        </a:p>
      </dgm:t>
    </dgm:pt>
    <dgm:pt modelId="{91D0AE5D-B3BA-455D-B778-FB80CC2E5101}" type="parTrans" cxnId="{094DEC94-C041-4446-84F5-8EB61BCCD48F}">
      <dgm:prSet/>
      <dgm:spPr/>
      <dgm:t>
        <a:bodyPr/>
        <a:lstStyle/>
        <a:p>
          <a:endParaRPr lang="en-US"/>
        </a:p>
      </dgm:t>
    </dgm:pt>
    <dgm:pt modelId="{29805CC7-F623-4181-9A37-9BB1C829F2D5}" type="sibTrans" cxnId="{094DEC94-C041-4446-84F5-8EB61BCCD48F}">
      <dgm:prSet/>
      <dgm:spPr/>
      <dgm:t>
        <a:bodyPr/>
        <a:lstStyle/>
        <a:p>
          <a:endParaRPr lang="en-US"/>
        </a:p>
      </dgm:t>
    </dgm:pt>
    <dgm:pt modelId="{6DF67732-EFC1-47F0-8E3D-6A2899077555}">
      <dgm:prSet/>
      <dgm:spPr/>
      <dgm:t>
        <a:bodyPr/>
        <a:lstStyle/>
        <a:p>
          <a:r>
            <a:rPr lang="en-US"/>
            <a:t>Analyze</a:t>
          </a:r>
        </a:p>
      </dgm:t>
    </dgm:pt>
    <dgm:pt modelId="{A60FF678-A7E8-4AF4-9D9C-EC08EED93863}" type="parTrans" cxnId="{F20BFF1E-D149-4934-A391-2FA918DF0743}">
      <dgm:prSet/>
      <dgm:spPr/>
      <dgm:t>
        <a:bodyPr/>
        <a:lstStyle/>
        <a:p>
          <a:endParaRPr lang="en-US"/>
        </a:p>
      </dgm:t>
    </dgm:pt>
    <dgm:pt modelId="{B946274A-EA38-4D3B-A49C-318066E6DDBE}" type="sibTrans" cxnId="{F20BFF1E-D149-4934-A391-2FA918DF0743}">
      <dgm:prSet/>
      <dgm:spPr/>
      <dgm:t>
        <a:bodyPr/>
        <a:lstStyle/>
        <a:p>
          <a:endParaRPr lang="en-US"/>
        </a:p>
      </dgm:t>
    </dgm:pt>
    <dgm:pt modelId="{0335EB71-FAF0-42B1-88DA-F71DEF13310A}">
      <dgm:prSet/>
      <dgm:spPr/>
      <dgm:t>
        <a:bodyPr/>
        <a:lstStyle/>
        <a:p>
          <a:r>
            <a:rPr lang="en-US"/>
            <a:t>Analyze scheduling and timing impacts</a:t>
          </a:r>
        </a:p>
      </dgm:t>
    </dgm:pt>
    <dgm:pt modelId="{8E759B72-D948-4F2F-9E94-ACBA112DCB5E}" type="parTrans" cxnId="{DC6FD63A-AB28-40DB-9204-E481D9FAB026}">
      <dgm:prSet/>
      <dgm:spPr/>
      <dgm:t>
        <a:bodyPr/>
        <a:lstStyle/>
        <a:p>
          <a:endParaRPr lang="en-US"/>
        </a:p>
      </dgm:t>
    </dgm:pt>
    <dgm:pt modelId="{7DA8EF58-3408-4BB1-BC2E-1DD9A356D3F2}" type="sibTrans" cxnId="{DC6FD63A-AB28-40DB-9204-E481D9FAB026}">
      <dgm:prSet/>
      <dgm:spPr/>
      <dgm:t>
        <a:bodyPr/>
        <a:lstStyle/>
        <a:p>
          <a:endParaRPr lang="en-US"/>
        </a:p>
      </dgm:t>
    </dgm:pt>
    <dgm:pt modelId="{891AB8AF-D17A-4FCB-9E38-8BA5EEFD0269}">
      <dgm:prSet/>
      <dgm:spPr/>
      <dgm:t>
        <a:bodyPr/>
        <a:lstStyle/>
        <a:p>
          <a:r>
            <a:rPr lang="en-US"/>
            <a:t>Flag</a:t>
          </a:r>
        </a:p>
      </dgm:t>
    </dgm:pt>
    <dgm:pt modelId="{4F346066-8830-4626-91D7-FE48DEA7C272}" type="parTrans" cxnId="{3154FF68-5428-43BB-AB8A-E69EC6553AB3}">
      <dgm:prSet/>
      <dgm:spPr/>
      <dgm:t>
        <a:bodyPr/>
        <a:lstStyle/>
        <a:p>
          <a:endParaRPr lang="en-US"/>
        </a:p>
      </dgm:t>
    </dgm:pt>
    <dgm:pt modelId="{FCD0B23C-8556-4D95-9468-668B6092C631}" type="sibTrans" cxnId="{3154FF68-5428-43BB-AB8A-E69EC6553AB3}">
      <dgm:prSet/>
      <dgm:spPr/>
      <dgm:t>
        <a:bodyPr/>
        <a:lstStyle/>
        <a:p>
          <a:endParaRPr lang="en-US"/>
        </a:p>
      </dgm:t>
    </dgm:pt>
    <dgm:pt modelId="{815118FE-82E0-4078-9251-F13CAE83717E}">
      <dgm:prSet/>
      <dgm:spPr/>
      <dgm:t>
        <a:bodyPr/>
        <a:lstStyle/>
        <a:p>
          <a:r>
            <a:rPr lang="en-US"/>
            <a:t>Flag system-level risks early</a:t>
          </a:r>
        </a:p>
      </dgm:t>
    </dgm:pt>
    <dgm:pt modelId="{D3D92C9D-30B4-464C-8ABA-CD9103D49333}" type="parTrans" cxnId="{4A8CA345-466A-47FD-BB42-611A7D9CDFC1}">
      <dgm:prSet/>
      <dgm:spPr/>
      <dgm:t>
        <a:bodyPr/>
        <a:lstStyle/>
        <a:p>
          <a:endParaRPr lang="en-US"/>
        </a:p>
      </dgm:t>
    </dgm:pt>
    <dgm:pt modelId="{E6FAAF18-2D83-4520-8CF7-251FA476CE2E}" type="sibTrans" cxnId="{4A8CA345-466A-47FD-BB42-611A7D9CDFC1}">
      <dgm:prSet/>
      <dgm:spPr/>
      <dgm:t>
        <a:bodyPr/>
        <a:lstStyle/>
        <a:p>
          <a:endParaRPr lang="en-US"/>
        </a:p>
      </dgm:t>
    </dgm:pt>
    <dgm:pt modelId="{D3F26EE7-A4F2-4E66-96D8-D75BAEF52BF0}" type="pres">
      <dgm:prSet presAssocID="{8C362283-753C-4DE4-A5F5-E996A9D1C48F}" presName="Name0" presStyleCnt="0">
        <dgm:presLayoutVars>
          <dgm:dir/>
          <dgm:animLvl val="lvl"/>
          <dgm:resizeHandles val="exact"/>
        </dgm:presLayoutVars>
      </dgm:prSet>
      <dgm:spPr/>
    </dgm:pt>
    <dgm:pt modelId="{8A072366-0269-4750-93C0-68B375CA7F89}" type="pres">
      <dgm:prSet presAssocID="{F61121C6-3E71-48FB-B601-3C6BCB63FCEC}" presName="linNode" presStyleCnt="0"/>
      <dgm:spPr/>
    </dgm:pt>
    <dgm:pt modelId="{BC8CED05-7493-4FAB-B127-371667068CFE}" type="pres">
      <dgm:prSet presAssocID="{F61121C6-3E71-48FB-B601-3C6BCB63FCEC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1F76C1EF-658A-4D5E-AEEE-A1B7750CA9CF}" type="pres">
      <dgm:prSet presAssocID="{F61121C6-3E71-48FB-B601-3C6BCB63FCEC}" presName="descendantText" presStyleLbl="alignNode1" presStyleIdx="0" presStyleCnt="3">
        <dgm:presLayoutVars>
          <dgm:bulletEnabled/>
        </dgm:presLayoutVars>
      </dgm:prSet>
      <dgm:spPr/>
    </dgm:pt>
    <dgm:pt modelId="{A14BC8C3-9B48-4688-B1B6-ECF2881D8755}" type="pres">
      <dgm:prSet presAssocID="{B46D3BF5-E0D9-4C69-A79B-B1B9B3099615}" presName="sp" presStyleCnt="0"/>
      <dgm:spPr/>
    </dgm:pt>
    <dgm:pt modelId="{4F1F761E-E9BB-4D3B-A376-893AB1212CBC}" type="pres">
      <dgm:prSet presAssocID="{6DF67732-EFC1-47F0-8E3D-6A2899077555}" presName="linNode" presStyleCnt="0"/>
      <dgm:spPr/>
    </dgm:pt>
    <dgm:pt modelId="{0FD0C948-45C5-4E54-9AFC-FBD10DA2DBC4}" type="pres">
      <dgm:prSet presAssocID="{6DF67732-EFC1-47F0-8E3D-6A2899077555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DBBBE9AD-32A8-49F0-87D9-52D0D9DB83B1}" type="pres">
      <dgm:prSet presAssocID="{6DF67732-EFC1-47F0-8E3D-6A2899077555}" presName="descendantText" presStyleLbl="alignNode1" presStyleIdx="1" presStyleCnt="3">
        <dgm:presLayoutVars>
          <dgm:bulletEnabled/>
        </dgm:presLayoutVars>
      </dgm:prSet>
      <dgm:spPr/>
    </dgm:pt>
    <dgm:pt modelId="{4C52928B-FFFA-4671-A0BB-5CF66925A598}" type="pres">
      <dgm:prSet presAssocID="{B946274A-EA38-4D3B-A49C-318066E6DDBE}" presName="sp" presStyleCnt="0"/>
      <dgm:spPr/>
    </dgm:pt>
    <dgm:pt modelId="{124139C7-1910-4753-BD0E-3ED864120037}" type="pres">
      <dgm:prSet presAssocID="{891AB8AF-D17A-4FCB-9E38-8BA5EEFD0269}" presName="linNode" presStyleCnt="0"/>
      <dgm:spPr/>
    </dgm:pt>
    <dgm:pt modelId="{7AB6E1BB-5463-4046-8F4B-0F22DE5E1DF6}" type="pres">
      <dgm:prSet presAssocID="{891AB8AF-D17A-4FCB-9E38-8BA5EEFD0269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51A18145-69D9-45F0-8F09-03C16145A469}" type="pres">
      <dgm:prSet presAssocID="{891AB8AF-D17A-4FCB-9E38-8BA5EEFD0269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09BB1C05-9E64-4D05-B096-8FF1D0A0E493}" type="presOf" srcId="{6DF67732-EFC1-47F0-8E3D-6A2899077555}" destId="{0FD0C948-45C5-4E54-9AFC-FBD10DA2DBC4}" srcOrd="0" destOrd="0" presId="urn:microsoft.com/office/officeart/2016/7/layout/VerticalHollowActionList"/>
    <dgm:cxn modelId="{DECF6406-08EB-437F-A639-C45B0E02D15E}" type="presOf" srcId="{7D3518B8-EDDC-482C-ABB9-062C75072E94}" destId="{1F76C1EF-658A-4D5E-AEEE-A1B7750CA9CF}" srcOrd="0" destOrd="0" presId="urn:microsoft.com/office/officeart/2016/7/layout/VerticalHollowActionList"/>
    <dgm:cxn modelId="{1650B20B-8EA8-45D7-ACBC-024742415132}" srcId="{8C362283-753C-4DE4-A5F5-E996A9D1C48F}" destId="{F61121C6-3E71-48FB-B601-3C6BCB63FCEC}" srcOrd="0" destOrd="0" parTransId="{8E7D6CA8-5926-43FC-9DA1-14892659A63F}" sibTransId="{B46D3BF5-E0D9-4C69-A79B-B1B9B3099615}"/>
    <dgm:cxn modelId="{F20BFF1E-D149-4934-A391-2FA918DF0743}" srcId="{8C362283-753C-4DE4-A5F5-E996A9D1C48F}" destId="{6DF67732-EFC1-47F0-8E3D-6A2899077555}" srcOrd="1" destOrd="0" parTransId="{A60FF678-A7E8-4AF4-9D9C-EC08EED93863}" sibTransId="{B946274A-EA38-4D3B-A49C-318066E6DDBE}"/>
    <dgm:cxn modelId="{AFC37D2A-6D31-440E-BD81-6D954C828178}" type="presOf" srcId="{815118FE-82E0-4078-9251-F13CAE83717E}" destId="{51A18145-69D9-45F0-8F09-03C16145A469}" srcOrd="0" destOrd="0" presId="urn:microsoft.com/office/officeart/2016/7/layout/VerticalHollowActionList"/>
    <dgm:cxn modelId="{329EC438-D7EA-4BE5-855E-F153C0C924DC}" type="presOf" srcId="{891AB8AF-D17A-4FCB-9E38-8BA5EEFD0269}" destId="{7AB6E1BB-5463-4046-8F4B-0F22DE5E1DF6}" srcOrd="0" destOrd="0" presId="urn:microsoft.com/office/officeart/2016/7/layout/VerticalHollowActionList"/>
    <dgm:cxn modelId="{DC6FD63A-AB28-40DB-9204-E481D9FAB026}" srcId="{6DF67732-EFC1-47F0-8E3D-6A2899077555}" destId="{0335EB71-FAF0-42B1-88DA-F71DEF13310A}" srcOrd="0" destOrd="0" parTransId="{8E759B72-D948-4F2F-9E94-ACBA112DCB5E}" sibTransId="{7DA8EF58-3408-4BB1-BC2E-1DD9A356D3F2}"/>
    <dgm:cxn modelId="{4A8CA345-466A-47FD-BB42-611A7D9CDFC1}" srcId="{891AB8AF-D17A-4FCB-9E38-8BA5EEFD0269}" destId="{815118FE-82E0-4078-9251-F13CAE83717E}" srcOrd="0" destOrd="0" parTransId="{D3D92C9D-30B4-464C-8ABA-CD9103D49333}" sibTransId="{E6FAAF18-2D83-4520-8CF7-251FA476CE2E}"/>
    <dgm:cxn modelId="{B9460847-A6C9-4871-ACE7-4408631BF5D6}" type="presOf" srcId="{F61121C6-3E71-48FB-B601-3C6BCB63FCEC}" destId="{BC8CED05-7493-4FAB-B127-371667068CFE}" srcOrd="0" destOrd="0" presId="urn:microsoft.com/office/officeart/2016/7/layout/VerticalHollowActionList"/>
    <dgm:cxn modelId="{3154FF68-5428-43BB-AB8A-E69EC6553AB3}" srcId="{8C362283-753C-4DE4-A5F5-E996A9D1C48F}" destId="{891AB8AF-D17A-4FCB-9E38-8BA5EEFD0269}" srcOrd="2" destOrd="0" parTransId="{4F346066-8830-4626-91D7-FE48DEA7C272}" sibTransId="{FCD0B23C-8556-4D95-9468-668B6092C631}"/>
    <dgm:cxn modelId="{E931748D-6B14-4D41-9D0A-7EAED8EA7DBB}" type="presOf" srcId="{0335EB71-FAF0-42B1-88DA-F71DEF13310A}" destId="{DBBBE9AD-32A8-49F0-87D9-52D0D9DB83B1}" srcOrd="0" destOrd="0" presId="urn:microsoft.com/office/officeart/2016/7/layout/VerticalHollowActionList"/>
    <dgm:cxn modelId="{094DEC94-C041-4446-84F5-8EB61BCCD48F}" srcId="{F61121C6-3E71-48FB-B601-3C6BCB63FCEC}" destId="{7D3518B8-EDDC-482C-ABB9-062C75072E94}" srcOrd="0" destOrd="0" parTransId="{91D0AE5D-B3BA-455D-B778-FB80CC2E5101}" sibTransId="{29805CC7-F623-4181-9A37-9BB1C829F2D5}"/>
    <dgm:cxn modelId="{82EB79DD-4ED7-4F0A-9092-3281AD4D2777}" type="presOf" srcId="{8C362283-753C-4DE4-A5F5-E996A9D1C48F}" destId="{D3F26EE7-A4F2-4E66-96D8-D75BAEF52BF0}" srcOrd="0" destOrd="0" presId="urn:microsoft.com/office/officeart/2016/7/layout/VerticalHollowActionList"/>
    <dgm:cxn modelId="{603DA403-DEB8-4AF4-AD63-8843907B7CE5}" type="presParOf" srcId="{D3F26EE7-A4F2-4E66-96D8-D75BAEF52BF0}" destId="{8A072366-0269-4750-93C0-68B375CA7F89}" srcOrd="0" destOrd="0" presId="urn:microsoft.com/office/officeart/2016/7/layout/VerticalHollowActionList"/>
    <dgm:cxn modelId="{8348BBD8-9447-4C70-8B18-5E5627ACF411}" type="presParOf" srcId="{8A072366-0269-4750-93C0-68B375CA7F89}" destId="{BC8CED05-7493-4FAB-B127-371667068CFE}" srcOrd="0" destOrd="0" presId="urn:microsoft.com/office/officeart/2016/7/layout/VerticalHollowActionList"/>
    <dgm:cxn modelId="{506EABB8-7940-4CD9-AF97-4A50E611529C}" type="presParOf" srcId="{8A072366-0269-4750-93C0-68B375CA7F89}" destId="{1F76C1EF-658A-4D5E-AEEE-A1B7750CA9CF}" srcOrd="1" destOrd="0" presId="urn:microsoft.com/office/officeart/2016/7/layout/VerticalHollowActionList"/>
    <dgm:cxn modelId="{5C49C8E7-56B2-4D85-98A9-48C91998AF5D}" type="presParOf" srcId="{D3F26EE7-A4F2-4E66-96D8-D75BAEF52BF0}" destId="{A14BC8C3-9B48-4688-B1B6-ECF2881D8755}" srcOrd="1" destOrd="0" presId="urn:microsoft.com/office/officeart/2016/7/layout/VerticalHollowActionList"/>
    <dgm:cxn modelId="{422C5359-CE1E-417A-B66E-3B38EBCE4095}" type="presParOf" srcId="{D3F26EE7-A4F2-4E66-96D8-D75BAEF52BF0}" destId="{4F1F761E-E9BB-4D3B-A376-893AB1212CBC}" srcOrd="2" destOrd="0" presId="urn:microsoft.com/office/officeart/2016/7/layout/VerticalHollowActionList"/>
    <dgm:cxn modelId="{E44747E3-2638-4A9F-977D-56926FB35E26}" type="presParOf" srcId="{4F1F761E-E9BB-4D3B-A376-893AB1212CBC}" destId="{0FD0C948-45C5-4E54-9AFC-FBD10DA2DBC4}" srcOrd="0" destOrd="0" presId="urn:microsoft.com/office/officeart/2016/7/layout/VerticalHollowActionList"/>
    <dgm:cxn modelId="{D2A4CD92-901F-4BE0-B157-F6812E081767}" type="presParOf" srcId="{4F1F761E-E9BB-4D3B-A376-893AB1212CBC}" destId="{DBBBE9AD-32A8-49F0-87D9-52D0D9DB83B1}" srcOrd="1" destOrd="0" presId="urn:microsoft.com/office/officeart/2016/7/layout/VerticalHollowActionList"/>
    <dgm:cxn modelId="{D2314D16-64B4-4363-ACF5-D5AEB391C0CF}" type="presParOf" srcId="{D3F26EE7-A4F2-4E66-96D8-D75BAEF52BF0}" destId="{4C52928B-FFFA-4671-A0BB-5CF66925A598}" srcOrd="3" destOrd="0" presId="urn:microsoft.com/office/officeart/2016/7/layout/VerticalHollowActionList"/>
    <dgm:cxn modelId="{BE368D10-EE2D-4BDE-A0AD-BFF9C57DA00D}" type="presParOf" srcId="{D3F26EE7-A4F2-4E66-96D8-D75BAEF52BF0}" destId="{124139C7-1910-4753-BD0E-3ED864120037}" srcOrd="4" destOrd="0" presId="urn:microsoft.com/office/officeart/2016/7/layout/VerticalHollowActionList"/>
    <dgm:cxn modelId="{540B7E82-708A-4225-A700-08EEE1A9A4C2}" type="presParOf" srcId="{124139C7-1910-4753-BD0E-3ED864120037}" destId="{7AB6E1BB-5463-4046-8F4B-0F22DE5E1DF6}" srcOrd="0" destOrd="0" presId="urn:microsoft.com/office/officeart/2016/7/layout/VerticalHollowActionList"/>
    <dgm:cxn modelId="{AF7EC6E5-20E9-4E67-9413-BA647665BA51}" type="presParOf" srcId="{124139C7-1910-4753-BD0E-3ED864120037}" destId="{51A18145-69D9-45F0-8F09-03C16145A469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EA5345-1DBE-49C4-8686-2160AE89DD6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9302B69-98F0-4203-9457-3E5BE65D718B}">
      <dgm:prSet/>
      <dgm:spPr/>
      <dgm:t>
        <a:bodyPr/>
        <a:lstStyle/>
        <a:p>
          <a:r>
            <a:rPr lang="en-US"/>
            <a:t>Validates readiness before release</a:t>
          </a:r>
        </a:p>
      </dgm:t>
    </dgm:pt>
    <dgm:pt modelId="{A124F1B7-5D35-4272-B6C2-BE9BA493C552}" type="parTrans" cxnId="{E82C19D6-E15E-4E26-828C-38697AEF093A}">
      <dgm:prSet/>
      <dgm:spPr/>
      <dgm:t>
        <a:bodyPr/>
        <a:lstStyle/>
        <a:p>
          <a:endParaRPr lang="en-US"/>
        </a:p>
      </dgm:t>
    </dgm:pt>
    <dgm:pt modelId="{529B7491-B706-4A18-BBC3-C078E8AEA6DA}" type="sibTrans" cxnId="{E82C19D6-E15E-4E26-828C-38697AEF093A}">
      <dgm:prSet/>
      <dgm:spPr/>
      <dgm:t>
        <a:bodyPr/>
        <a:lstStyle/>
        <a:p>
          <a:endParaRPr lang="en-US"/>
        </a:p>
      </dgm:t>
    </dgm:pt>
    <dgm:pt modelId="{54E45164-D1E1-47C1-8CA1-48EE33F71114}">
      <dgm:prSet/>
      <dgm:spPr/>
      <dgm:t>
        <a:bodyPr/>
        <a:lstStyle/>
        <a:p>
          <a:r>
            <a:rPr lang="en-US"/>
            <a:t>Structured verdict: READY / NOT_READY</a:t>
          </a:r>
        </a:p>
      </dgm:t>
    </dgm:pt>
    <dgm:pt modelId="{90A04E1A-430E-43C8-BF62-464ADBB0FEAA}" type="parTrans" cxnId="{3BF1E539-F0DB-439A-AA55-01D7A538DE31}">
      <dgm:prSet/>
      <dgm:spPr/>
      <dgm:t>
        <a:bodyPr/>
        <a:lstStyle/>
        <a:p>
          <a:endParaRPr lang="en-US"/>
        </a:p>
      </dgm:t>
    </dgm:pt>
    <dgm:pt modelId="{0AD10D05-AC09-4971-94E5-9B4183F65924}" type="sibTrans" cxnId="{3BF1E539-F0DB-439A-AA55-01D7A538DE31}">
      <dgm:prSet/>
      <dgm:spPr/>
      <dgm:t>
        <a:bodyPr/>
        <a:lstStyle/>
        <a:p>
          <a:endParaRPr lang="en-US"/>
        </a:p>
      </dgm:t>
    </dgm:pt>
    <dgm:pt modelId="{BCD7C6B8-48C0-4801-8A7A-4BE5AB11952D}">
      <dgm:prSet/>
      <dgm:spPr/>
      <dgm:t>
        <a:bodyPr/>
        <a:lstStyle/>
        <a:p>
          <a:r>
            <a:rPr lang="en-US"/>
            <a:t>Clear remediation actions</a:t>
          </a:r>
        </a:p>
      </dgm:t>
    </dgm:pt>
    <dgm:pt modelId="{32CA6378-0D1A-4FC9-B515-68446B04AE7D}" type="parTrans" cxnId="{34C92BA8-120A-4DFA-985C-536966F4520F}">
      <dgm:prSet/>
      <dgm:spPr/>
      <dgm:t>
        <a:bodyPr/>
        <a:lstStyle/>
        <a:p>
          <a:endParaRPr lang="en-US"/>
        </a:p>
      </dgm:t>
    </dgm:pt>
    <dgm:pt modelId="{D3C5381A-0D27-45CC-9013-18D12CE8D524}" type="sibTrans" cxnId="{34C92BA8-120A-4DFA-985C-536966F4520F}">
      <dgm:prSet/>
      <dgm:spPr/>
      <dgm:t>
        <a:bodyPr/>
        <a:lstStyle/>
        <a:p>
          <a:endParaRPr lang="en-US"/>
        </a:p>
      </dgm:t>
    </dgm:pt>
    <dgm:pt modelId="{3819B558-563B-4104-82B6-BD8F52D9379A}" type="pres">
      <dgm:prSet presAssocID="{CEEA5345-1DBE-49C4-8686-2160AE89DD66}" presName="root" presStyleCnt="0">
        <dgm:presLayoutVars>
          <dgm:dir/>
          <dgm:resizeHandles val="exact"/>
        </dgm:presLayoutVars>
      </dgm:prSet>
      <dgm:spPr/>
    </dgm:pt>
    <dgm:pt modelId="{F7918D10-3451-4A3C-9243-B9D27C8338F4}" type="pres">
      <dgm:prSet presAssocID="{C9302B69-98F0-4203-9457-3E5BE65D718B}" presName="compNode" presStyleCnt="0"/>
      <dgm:spPr/>
    </dgm:pt>
    <dgm:pt modelId="{262B5CD8-D25C-44FE-AA6B-8AD089A1DBA4}" type="pres">
      <dgm:prSet presAssocID="{C9302B69-98F0-4203-9457-3E5BE65D718B}" presName="bgRect" presStyleLbl="bgShp" presStyleIdx="0" presStyleCnt="3"/>
      <dgm:spPr/>
    </dgm:pt>
    <dgm:pt modelId="{FD063ACF-02B0-42D9-AB05-D9E97CF03DD7}" type="pres">
      <dgm:prSet presAssocID="{C9302B69-98F0-4203-9457-3E5BE65D718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803F933-FAB7-4338-A4CE-1F1DAF3F8033}" type="pres">
      <dgm:prSet presAssocID="{C9302B69-98F0-4203-9457-3E5BE65D718B}" presName="spaceRect" presStyleCnt="0"/>
      <dgm:spPr/>
    </dgm:pt>
    <dgm:pt modelId="{1E7A8AA2-6477-4344-BF1F-672A5DABC7ED}" type="pres">
      <dgm:prSet presAssocID="{C9302B69-98F0-4203-9457-3E5BE65D718B}" presName="parTx" presStyleLbl="revTx" presStyleIdx="0" presStyleCnt="3">
        <dgm:presLayoutVars>
          <dgm:chMax val="0"/>
          <dgm:chPref val="0"/>
        </dgm:presLayoutVars>
      </dgm:prSet>
      <dgm:spPr/>
    </dgm:pt>
    <dgm:pt modelId="{37453FE0-56BC-48C3-89AF-50FDA900CC47}" type="pres">
      <dgm:prSet presAssocID="{529B7491-B706-4A18-BBC3-C078E8AEA6DA}" presName="sibTrans" presStyleCnt="0"/>
      <dgm:spPr/>
    </dgm:pt>
    <dgm:pt modelId="{9D362CE1-A365-4C3F-9A0D-0492061DF0DD}" type="pres">
      <dgm:prSet presAssocID="{54E45164-D1E1-47C1-8CA1-48EE33F71114}" presName="compNode" presStyleCnt="0"/>
      <dgm:spPr/>
    </dgm:pt>
    <dgm:pt modelId="{DF03F708-D1DA-44D6-B029-EAB655E0A23B}" type="pres">
      <dgm:prSet presAssocID="{54E45164-D1E1-47C1-8CA1-48EE33F71114}" presName="bgRect" presStyleLbl="bgShp" presStyleIdx="1" presStyleCnt="3"/>
      <dgm:spPr/>
    </dgm:pt>
    <dgm:pt modelId="{F5CD7C52-B049-4901-B8DE-70330DEFEAF7}" type="pres">
      <dgm:prSet presAssocID="{54E45164-D1E1-47C1-8CA1-48EE33F7111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4FA64C6-8987-427C-ACE7-72CD6EA5D7C9}" type="pres">
      <dgm:prSet presAssocID="{54E45164-D1E1-47C1-8CA1-48EE33F71114}" presName="spaceRect" presStyleCnt="0"/>
      <dgm:spPr/>
    </dgm:pt>
    <dgm:pt modelId="{F8D5E8E4-C322-41C4-832B-9752267B798D}" type="pres">
      <dgm:prSet presAssocID="{54E45164-D1E1-47C1-8CA1-48EE33F71114}" presName="parTx" presStyleLbl="revTx" presStyleIdx="1" presStyleCnt="3">
        <dgm:presLayoutVars>
          <dgm:chMax val="0"/>
          <dgm:chPref val="0"/>
        </dgm:presLayoutVars>
      </dgm:prSet>
      <dgm:spPr/>
    </dgm:pt>
    <dgm:pt modelId="{D2A60860-9BD9-4A83-927C-DD08173992F1}" type="pres">
      <dgm:prSet presAssocID="{0AD10D05-AC09-4971-94E5-9B4183F65924}" presName="sibTrans" presStyleCnt="0"/>
      <dgm:spPr/>
    </dgm:pt>
    <dgm:pt modelId="{C5D415BC-8C92-4359-BD2A-71C7E8AF6A32}" type="pres">
      <dgm:prSet presAssocID="{BCD7C6B8-48C0-4801-8A7A-4BE5AB11952D}" presName="compNode" presStyleCnt="0"/>
      <dgm:spPr/>
    </dgm:pt>
    <dgm:pt modelId="{9F7396FC-E557-4B79-922B-C703E8573B48}" type="pres">
      <dgm:prSet presAssocID="{BCD7C6B8-48C0-4801-8A7A-4BE5AB11952D}" presName="bgRect" presStyleLbl="bgShp" presStyleIdx="2" presStyleCnt="3"/>
      <dgm:spPr/>
    </dgm:pt>
    <dgm:pt modelId="{A04E1F19-0C8D-474D-8B4D-D5DCB0EA3AEE}" type="pres">
      <dgm:prSet presAssocID="{BCD7C6B8-48C0-4801-8A7A-4BE5AB11952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63E054F-73BD-4CFB-902E-0EC128AF470B}" type="pres">
      <dgm:prSet presAssocID="{BCD7C6B8-48C0-4801-8A7A-4BE5AB11952D}" presName="spaceRect" presStyleCnt="0"/>
      <dgm:spPr/>
    </dgm:pt>
    <dgm:pt modelId="{9808AD01-7E81-44F0-AA81-F807A3C25C81}" type="pres">
      <dgm:prSet presAssocID="{BCD7C6B8-48C0-4801-8A7A-4BE5AB11952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69FF729-8BEC-47BA-8ECF-A345A4A3B736}" type="presOf" srcId="{CEEA5345-1DBE-49C4-8686-2160AE89DD66}" destId="{3819B558-563B-4104-82B6-BD8F52D9379A}" srcOrd="0" destOrd="0" presId="urn:microsoft.com/office/officeart/2018/2/layout/IconVerticalSolidList"/>
    <dgm:cxn modelId="{3BF1E539-F0DB-439A-AA55-01D7A538DE31}" srcId="{CEEA5345-1DBE-49C4-8686-2160AE89DD66}" destId="{54E45164-D1E1-47C1-8CA1-48EE33F71114}" srcOrd="1" destOrd="0" parTransId="{90A04E1A-430E-43C8-BF62-464ADBB0FEAA}" sibTransId="{0AD10D05-AC09-4971-94E5-9B4183F65924}"/>
    <dgm:cxn modelId="{F479954F-A489-44C9-A8BF-66D78C0239C6}" type="presOf" srcId="{C9302B69-98F0-4203-9457-3E5BE65D718B}" destId="{1E7A8AA2-6477-4344-BF1F-672A5DABC7ED}" srcOrd="0" destOrd="0" presId="urn:microsoft.com/office/officeart/2018/2/layout/IconVerticalSolidList"/>
    <dgm:cxn modelId="{34C92BA8-120A-4DFA-985C-536966F4520F}" srcId="{CEEA5345-1DBE-49C4-8686-2160AE89DD66}" destId="{BCD7C6B8-48C0-4801-8A7A-4BE5AB11952D}" srcOrd="2" destOrd="0" parTransId="{32CA6378-0D1A-4FC9-B515-68446B04AE7D}" sibTransId="{D3C5381A-0D27-45CC-9013-18D12CE8D524}"/>
    <dgm:cxn modelId="{49B214AE-B744-454A-99C8-8FDAF226132A}" type="presOf" srcId="{BCD7C6B8-48C0-4801-8A7A-4BE5AB11952D}" destId="{9808AD01-7E81-44F0-AA81-F807A3C25C81}" srcOrd="0" destOrd="0" presId="urn:microsoft.com/office/officeart/2018/2/layout/IconVerticalSolidList"/>
    <dgm:cxn modelId="{23C1A7C9-6FFA-406B-801D-DA68A42AABBC}" type="presOf" srcId="{54E45164-D1E1-47C1-8CA1-48EE33F71114}" destId="{F8D5E8E4-C322-41C4-832B-9752267B798D}" srcOrd="0" destOrd="0" presId="urn:microsoft.com/office/officeart/2018/2/layout/IconVerticalSolidList"/>
    <dgm:cxn modelId="{E82C19D6-E15E-4E26-828C-38697AEF093A}" srcId="{CEEA5345-1DBE-49C4-8686-2160AE89DD66}" destId="{C9302B69-98F0-4203-9457-3E5BE65D718B}" srcOrd="0" destOrd="0" parTransId="{A124F1B7-5D35-4272-B6C2-BE9BA493C552}" sibTransId="{529B7491-B706-4A18-BBC3-C078E8AEA6DA}"/>
    <dgm:cxn modelId="{AFAD8F10-BF57-412D-8A7A-8342AFB75E8D}" type="presParOf" srcId="{3819B558-563B-4104-82B6-BD8F52D9379A}" destId="{F7918D10-3451-4A3C-9243-B9D27C8338F4}" srcOrd="0" destOrd="0" presId="urn:microsoft.com/office/officeart/2018/2/layout/IconVerticalSolidList"/>
    <dgm:cxn modelId="{8AE19EBE-C912-46F4-ACC4-E8FA18368807}" type="presParOf" srcId="{F7918D10-3451-4A3C-9243-B9D27C8338F4}" destId="{262B5CD8-D25C-44FE-AA6B-8AD089A1DBA4}" srcOrd="0" destOrd="0" presId="urn:microsoft.com/office/officeart/2018/2/layout/IconVerticalSolidList"/>
    <dgm:cxn modelId="{71A2044A-8F35-4A8C-9A80-E7925DD59D9F}" type="presParOf" srcId="{F7918D10-3451-4A3C-9243-B9D27C8338F4}" destId="{FD063ACF-02B0-42D9-AB05-D9E97CF03DD7}" srcOrd="1" destOrd="0" presId="urn:microsoft.com/office/officeart/2018/2/layout/IconVerticalSolidList"/>
    <dgm:cxn modelId="{71BB6DB3-DBF6-418E-8EA7-255905687AA1}" type="presParOf" srcId="{F7918D10-3451-4A3C-9243-B9D27C8338F4}" destId="{B803F933-FAB7-4338-A4CE-1F1DAF3F8033}" srcOrd="2" destOrd="0" presId="urn:microsoft.com/office/officeart/2018/2/layout/IconVerticalSolidList"/>
    <dgm:cxn modelId="{C063DD41-B8BD-4614-A2DF-A222AA76C09A}" type="presParOf" srcId="{F7918D10-3451-4A3C-9243-B9D27C8338F4}" destId="{1E7A8AA2-6477-4344-BF1F-672A5DABC7ED}" srcOrd="3" destOrd="0" presId="urn:microsoft.com/office/officeart/2018/2/layout/IconVerticalSolidList"/>
    <dgm:cxn modelId="{A2ACDE22-C47A-4334-A721-62251BE8C525}" type="presParOf" srcId="{3819B558-563B-4104-82B6-BD8F52D9379A}" destId="{37453FE0-56BC-48C3-89AF-50FDA900CC47}" srcOrd="1" destOrd="0" presId="urn:microsoft.com/office/officeart/2018/2/layout/IconVerticalSolidList"/>
    <dgm:cxn modelId="{A20DB848-3206-45CC-9C3B-1DA1A07FD0CE}" type="presParOf" srcId="{3819B558-563B-4104-82B6-BD8F52D9379A}" destId="{9D362CE1-A365-4C3F-9A0D-0492061DF0DD}" srcOrd="2" destOrd="0" presId="urn:microsoft.com/office/officeart/2018/2/layout/IconVerticalSolidList"/>
    <dgm:cxn modelId="{2B9EF882-FF34-4120-BCD4-7F19C114DEBC}" type="presParOf" srcId="{9D362CE1-A365-4C3F-9A0D-0492061DF0DD}" destId="{DF03F708-D1DA-44D6-B029-EAB655E0A23B}" srcOrd="0" destOrd="0" presId="urn:microsoft.com/office/officeart/2018/2/layout/IconVerticalSolidList"/>
    <dgm:cxn modelId="{A7B9A831-E9BB-4722-A2F6-EF619078778A}" type="presParOf" srcId="{9D362CE1-A365-4C3F-9A0D-0492061DF0DD}" destId="{F5CD7C52-B049-4901-B8DE-70330DEFEAF7}" srcOrd="1" destOrd="0" presId="urn:microsoft.com/office/officeart/2018/2/layout/IconVerticalSolidList"/>
    <dgm:cxn modelId="{9384EB22-2169-436A-A479-67EC9ACBE4D3}" type="presParOf" srcId="{9D362CE1-A365-4C3F-9A0D-0492061DF0DD}" destId="{C4FA64C6-8987-427C-ACE7-72CD6EA5D7C9}" srcOrd="2" destOrd="0" presId="urn:microsoft.com/office/officeart/2018/2/layout/IconVerticalSolidList"/>
    <dgm:cxn modelId="{BCF148CB-1C16-4D5D-AEB3-85A210E5D94E}" type="presParOf" srcId="{9D362CE1-A365-4C3F-9A0D-0492061DF0DD}" destId="{F8D5E8E4-C322-41C4-832B-9752267B798D}" srcOrd="3" destOrd="0" presId="urn:microsoft.com/office/officeart/2018/2/layout/IconVerticalSolidList"/>
    <dgm:cxn modelId="{77576A39-34E4-4049-9343-6A13B7020183}" type="presParOf" srcId="{3819B558-563B-4104-82B6-BD8F52D9379A}" destId="{D2A60860-9BD9-4A83-927C-DD08173992F1}" srcOrd="3" destOrd="0" presId="urn:microsoft.com/office/officeart/2018/2/layout/IconVerticalSolidList"/>
    <dgm:cxn modelId="{23E79434-AB96-4920-8109-1771E5931FA3}" type="presParOf" srcId="{3819B558-563B-4104-82B6-BD8F52D9379A}" destId="{C5D415BC-8C92-4359-BD2A-71C7E8AF6A32}" srcOrd="4" destOrd="0" presId="urn:microsoft.com/office/officeart/2018/2/layout/IconVerticalSolidList"/>
    <dgm:cxn modelId="{C22663B3-7322-4A6F-A8D6-E9BC5E00F232}" type="presParOf" srcId="{C5D415BC-8C92-4359-BD2A-71C7E8AF6A32}" destId="{9F7396FC-E557-4B79-922B-C703E8573B48}" srcOrd="0" destOrd="0" presId="urn:microsoft.com/office/officeart/2018/2/layout/IconVerticalSolidList"/>
    <dgm:cxn modelId="{438E21F1-31A6-45AE-89B7-62C71DE8ACBE}" type="presParOf" srcId="{C5D415BC-8C92-4359-BD2A-71C7E8AF6A32}" destId="{A04E1F19-0C8D-474D-8B4D-D5DCB0EA3AEE}" srcOrd="1" destOrd="0" presId="urn:microsoft.com/office/officeart/2018/2/layout/IconVerticalSolidList"/>
    <dgm:cxn modelId="{E4EA4BD1-8A4F-403E-9BA8-E27F92F4D6FD}" type="presParOf" srcId="{C5D415BC-8C92-4359-BD2A-71C7E8AF6A32}" destId="{963E054F-73BD-4CFB-902E-0EC128AF470B}" srcOrd="2" destOrd="0" presId="urn:microsoft.com/office/officeart/2018/2/layout/IconVerticalSolidList"/>
    <dgm:cxn modelId="{CA4D4585-025E-4F83-95A3-464DF5CB2988}" type="presParOf" srcId="{C5D415BC-8C92-4359-BD2A-71C7E8AF6A32}" destId="{9808AD01-7E81-44F0-AA81-F807A3C25C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304CA6-2FD0-4C39-9361-DD86F17D5D8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F2C32D9-9A9F-48A4-87EA-0265A7BC788B}">
      <dgm:prSet/>
      <dgm:spPr/>
      <dgm:t>
        <a:bodyPr/>
        <a:lstStyle/>
        <a:p>
          <a:r>
            <a:rPr lang="en-US"/>
            <a:t>Analyze QA failures</a:t>
          </a:r>
        </a:p>
      </dgm:t>
    </dgm:pt>
    <dgm:pt modelId="{7318B558-4077-4E9B-9D89-F33EFCCB1100}" type="parTrans" cxnId="{E04F5F74-D946-4F38-9009-120E89078FA1}">
      <dgm:prSet/>
      <dgm:spPr/>
      <dgm:t>
        <a:bodyPr/>
        <a:lstStyle/>
        <a:p>
          <a:endParaRPr lang="en-US"/>
        </a:p>
      </dgm:t>
    </dgm:pt>
    <dgm:pt modelId="{2B5B0E0B-C21E-44E4-BD90-80A9CFD2EE30}" type="sibTrans" cxnId="{E04F5F74-D946-4F38-9009-120E89078F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4D6FD7F-3697-4C7F-8122-5125AF26FB46}">
      <dgm:prSet/>
      <dgm:spPr/>
      <dgm:t>
        <a:bodyPr/>
        <a:lstStyle/>
        <a:p>
          <a:r>
            <a:rPr lang="en-US"/>
            <a:t>Extract root causes</a:t>
          </a:r>
        </a:p>
      </dgm:t>
    </dgm:pt>
    <dgm:pt modelId="{6419A959-748C-410B-B9C7-ED7F336983D5}" type="parTrans" cxnId="{002B368C-E2D4-4AA2-A2B0-3A2E8AA1E5A5}">
      <dgm:prSet/>
      <dgm:spPr/>
      <dgm:t>
        <a:bodyPr/>
        <a:lstStyle/>
        <a:p>
          <a:endParaRPr lang="en-US"/>
        </a:p>
      </dgm:t>
    </dgm:pt>
    <dgm:pt modelId="{7573B932-65B4-42EE-956B-2BEDA2703ABF}" type="sibTrans" cxnId="{002B368C-E2D4-4AA2-A2B0-3A2E8AA1E5A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A00F246-0A86-44E0-A7B0-FB22C11ECF28}">
      <dgm:prSet/>
      <dgm:spPr/>
      <dgm:t>
        <a:bodyPr/>
        <a:lstStyle/>
        <a:p>
          <a:r>
            <a:rPr lang="en-US"/>
            <a:t>Generate next-release improvements</a:t>
          </a:r>
        </a:p>
      </dgm:t>
    </dgm:pt>
    <dgm:pt modelId="{71FE6C04-A6B0-4991-8296-681D775DFF87}" type="parTrans" cxnId="{A79708ED-F2DD-4BE9-8458-67BB17A6471A}">
      <dgm:prSet/>
      <dgm:spPr/>
      <dgm:t>
        <a:bodyPr/>
        <a:lstStyle/>
        <a:p>
          <a:endParaRPr lang="en-US"/>
        </a:p>
      </dgm:t>
    </dgm:pt>
    <dgm:pt modelId="{859D9C08-9FA8-42C7-B71A-30ABB50A2648}" type="sibTrans" cxnId="{A79708ED-F2DD-4BE9-8458-67BB17A6471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EBBB5E0-FC45-4E4C-80B1-172F1AE6894B}" type="pres">
      <dgm:prSet presAssocID="{30304CA6-2FD0-4C39-9361-DD86F17D5D86}" presName="Name0" presStyleCnt="0">
        <dgm:presLayoutVars>
          <dgm:animLvl val="lvl"/>
          <dgm:resizeHandles val="exact"/>
        </dgm:presLayoutVars>
      </dgm:prSet>
      <dgm:spPr/>
    </dgm:pt>
    <dgm:pt modelId="{D4597753-A1E5-4CCD-9CA4-48D22D0BFCE8}" type="pres">
      <dgm:prSet presAssocID="{4F2C32D9-9A9F-48A4-87EA-0265A7BC788B}" presName="compositeNode" presStyleCnt="0">
        <dgm:presLayoutVars>
          <dgm:bulletEnabled val="1"/>
        </dgm:presLayoutVars>
      </dgm:prSet>
      <dgm:spPr/>
    </dgm:pt>
    <dgm:pt modelId="{86D66BC6-5E46-49B1-A2FF-13C6732FB80F}" type="pres">
      <dgm:prSet presAssocID="{4F2C32D9-9A9F-48A4-87EA-0265A7BC788B}" presName="bgRect" presStyleLbl="bgAccFollowNode1" presStyleIdx="0" presStyleCnt="3"/>
      <dgm:spPr/>
    </dgm:pt>
    <dgm:pt modelId="{A722AD0D-2D50-48C1-8231-97829DB0CB2E}" type="pres">
      <dgm:prSet presAssocID="{2B5B0E0B-C21E-44E4-BD90-80A9CFD2EE3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CCB137EF-FAE4-45FF-8693-BFB22B70EB33}" type="pres">
      <dgm:prSet presAssocID="{4F2C32D9-9A9F-48A4-87EA-0265A7BC788B}" presName="bottomLine" presStyleLbl="alignNode1" presStyleIdx="1" presStyleCnt="6">
        <dgm:presLayoutVars/>
      </dgm:prSet>
      <dgm:spPr/>
    </dgm:pt>
    <dgm:pt modelId="{39BD47AE-DD2F-4FE8-9704-7902FF9A51DF}" type="pres">
      <dgm:prSet presAssocID="{4F2C32D9-9A9F-48A4-87EA-0265A7BC788B}" presName="nodeText" presStyleLbl="bgAccFollowNode1" presStyleIdx="0" presStyleCnt="3">
        <dgm:presLayoutVars>
          <dgm:bulletEnabled val="1"/>
        </dgm:presLayoutVars>
      </dgm:prSet>
      <dgm:spPr/>
    </dgm:pt>
    <dgm:pt modelId="{89BD1C89-6580-4FC9-B048-6826A804DB6A}" type="pres">
      <dgm:prSet presAssocID="{2B5B0E0B-C21E-44E4-BD90-80A9CFD2EE30}" presName="sibTrans" presStyleCnt="0"/>
      <dgm:spPr/>
    </dgm:pt>
    <dgm:pt modelId="{4D7B2B77-E977-4383-A0FA-A71CA200381B}" type="pres">
      <dgm:prSet presAssocID="{54D6FD7F-3697-4C7F-8122-5125AF26FB46}" presName="compositeNode" presStyleCnt="0">
        <dgm:presLayoutVars>
          <dgm:bulletEnabled val="1"/>
        </dgm:presLayoutVars>
      </dgm:prSet>
      <dgm:spPr/>
    </dgm:pt>
    <dgm:pt modelId="{01DCEEBF-E281-4C16-BDA8-7C42E6C9BF04}" type="pres">
      <dgm:prSet presAssocID="{54D6FD7F-3697-4C7F-8122-5125AF26FB46}" presName="bgRect" presStyleLbl="bgAccFollowNode1" presStyleIdx="1" presStyleCnt="3"/>
      <dgm:spPr/>
    </dgm:pt>
    <dgm:pt modelId="{5E829BE8-24B2-4007-B658-96E5F95F1DC8}" type="pres">
      <dgm:prSet presAssocID="{7573B932-65B4-42EE-956B-2BEDA2703AB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57F83B2-1F71-4FB9-A7AE-9130D7E2257F}" type="pres">
      <dgm:prSet presAssocID="{54D6FD7F-3697-4C7F-8122-5125AF26FB46}" presName="bottomLine" presStyleLbl="alignNode1" presStyleIdx="3" presStyleCnt="6">
        <dgm:presLayoutVars/>
      </dgm:prSet>
      <dgm:spPr/>
    </dgm:pt>
    <dgm:pt modelId="{DC1B0C1E-6505-4E76-8FB0-5324142B426D}" type="pres">
      <dgm:prSet presAssocID="{54D6FD7F-3697-4C7F-8122-5125AF26FB46}" presName="nodeText" presStyleLbl="bgAccFollowNode1" presStyleIdx="1" presStyleCnt="3">
        <dgm:presLayoutVars>
          <dgm:bulletEnabled val="1"/>
        </dgm:presLayoutVars>
      </dgm:prSet>
      <dgm:spPr/>
    </dgm:pt>
    <dgm:pt modelId="{18ECD457-1DE0-4978-B89C-8B223D9EB876}" type="pres">
      <dgm:prSet presAssocID="{7573B932-65B4-42EE-956B-2BEDA2703ABF}" presName="sibTrans" presStyleCnt="0"/>
      <dgm:spPr/>
    </dgm:pt>
    <dgm:pt modelId="{B90C264C-B7F0-40B1-9FE8-92231A031145}" type="pres">
      <dgm:prSet presAssocID="{2A00F246-0A86-44E0-A7B0-FB22C11ECF28}" presName="compositeNode" presStyleCnt="0">
        <dgm:presLayoutVars>
          <dgm:bulletEnabled val="1"/>
        </dgm:presLayoutVars>
      </dgm:prSet>
      <dgm:spPr/>
    </dgm:pt>
    <dgm:pt modelId="{32BD3621-0A5E-430B-AFCE-509DCA4F99BF}" type="pres">
      <dgm:prSet presAssocID="{2A00F246-0A86-44E0-A7B0-FB22C11ECF28}" presName="bgRect" presStyleLbl="bgAccFollowNode1" presStyleIdx="2" presStyleCnt="3"/>
      <dgm:spPr/>
    </dgm:pt>
    <dgm:pt modelId="{761DB589-9C38-4683-8239-C907FF4BB61A}" type="pres">
      <dgm:prSet presAssocID="{859D9C08-9FA8-42C7-B71A-30ABB50A2648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54342242-E04D-4769-9EA4-F9AB9CC6053C}" type="pres">
      <dgm:prSet presAssocID="{2A00F246-0A86-44E0-A7B0-FB22C11ECF28}" presName="bottomLine" presStyleLbl="alignNode1" presStyleIdx="5" presStyleCnt="6">
        <dgm:presLayoutVars/>
      </dgm:prSet>
      <dgm:spPr/>
    </dgm:pt>
    <dgm:pt modelId="{1EDF2AD1-FF0D-438B-A835-C24B65E8E396}" type="pres">
      <dgm:prSet presAssocID="{2A00F246-0A86-44E0-A7B0-FB22C11ECF2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25720809-4CD7-46DD-8B95-56FF50005649}" type="presOf" srcId="{2B5B0E0B-C21E-44E4-BD90-80A9CFD2EE30}" destId="{A722AD0D-2D50-48C1-8231-97829DB0CB2E}" srcOrd="0" destOrd="0" presId="urn:microsoft.com/office/officeart/2016/7/layout/BasicLinearProcessNumbered"/>
    <dgm:cxn modelId="{AF070E10-A288-4885-A51E-0BBBB73639B9}" type="presOf" srcId="{54D6FD7F-3697-4C7F-8122-5125AF26FB46}" destId="{01DCEEBF-E281-4C16-BDA8-7C42E6C9BF04}" srcOrd="0" destOrd="0" presId="urn:microsoft.com/office/officeart/2016/7/layout/BasicLinearProcessNumbered"/>
    <dgm:cxn modelId="{FBE46F10-C2E2-4AE1-B82B-54C7AE8B23FC}" type="presOf" srcId="{4F2C32D9-9A9F-48A4-87EA-0265A7BC788B}" destId="{86D66BC6-5E46-49B1-A2FF-13C6732FB80F}" srcOrd="0" destOrd="0" presId="urn:microsoft.com/office/officeart/2016/7/layout/BasicLinearProcessNumbered"/>
    <dgm:cxn modelId="{FDB19D28-67EB-4270-B1D9-645605AFF080}" type="presOf" srcId="{7573B932-65B4-42EE-956B-2BEDA2703ABF}" destId="{5E829BE8-24B2-4007-B658-96E5F95F1DC8}" srcOrd="0" destOrd="0" presId="urn:microsoft.com/office/officeart/2016/7/layout/BasicLinearProcessNumbered"/>
    <dgm:cxn modelId="{DE7F2736-99AD-4F47-B615-FBCEDB04FF5E}" type="presOf" srcId="{4F2C32D9-9A9F-48A4-87EA-0265A7BC788B}" destId="{39BD47AE-DD2F-4FE8-9704-7902FF9A51DF}" srcOrd="1" destOrd="0" presId="urn:microsoft.com/office/officeart/2016/7/layout/BasicLinearProcessNumbered"/>
    <dgm:cxn modelId="{E04F5F74-D946-4F38-9009-120E89078FA1}" srcId="{30304CA6-2FD0-4C39-9361-DD86F17D5D86}" destId="{4F2C32D9-9A9F-48A4-87EA-0265A7BC788B}" srcOrd="0" destOrd="0" parTransId="{7318B558-4077-4E9B-9D89-F33EFCCB1100}" sibTransId="{2B5B0E0B-C21E-44E4-BD90-80A9CFD2EE30}"/>
    <dgm:cxn modelId="{9FC53E5A-5831-4866-8205-99737FB38F5C}" type="presOf" srcId="{54D6FD7F-3697-4C7F-8122-5125AF26FB46}" destId="{DC1B0C1E-6505-4E76-8FB0-5324142B426D}" srcOrd="1" destOrd="0" presId="urn:microsoft.com/office/officeart/2016/7/layout/BasicLinearProcessNumbered"/>
    <dgm:cxn modelId="{002B368C-E2D4-4AA2-A2B0-3A2E8AA1E5A5}" srcId="{30304CA6-2FD0-4C39-9361-DD86F17D5D86}" destId="{54D6FD7F-3697-4C7F-8122-5125AF26FB46}" srcOrd="1" destOrd="0" parTransId="{6419A959-748C-410B-B9C7-ED7F336983D5}" sibTransId="{7573B932-65B4-42EE-956B-2BEDA2703ABF}"/>
    <dgm:cxn modelId="{E0AC04A2-28A3-4283-A2B2-39A549189809}" type="presOf" srcId="{30304CA6-2FD0-4C39-9361-DD86F17D5D86}" destId="{7EBBB5E0-FC45-4E4C-80B1-172F1AE6894B}" srcOrd="0" destOrd="0" presId="urn:microsoft.com/office/officeart/2016/7/layout/BasicLinearProcessNumbered"/>
    <dgm:cxn modelId="{BFE013CE-11DF-450B-8E71-52714267FFAC}" type="presOf" srcId="{2A00F246-0A86-44E0-A7B0-FB22C11ECF28}" destId="{1EDF2AD1-FF0D-438B-A835-C24B65E8E396}" srcOrd="1" destOrd="0" presId="urn:microsoft.com/office/officeart/2016/7/layout/BasicLinearProcessNumbered"/>
    <dgm:cxn modelId="{25F0C5D4-AACD-459E-9300-8D4C4FA8ED03}" type="presOf" srcId="{859D9C08-9FA8-42C7-B71A-30ABB50A2648}" destId="{761DB589-9C38-4683-8239-C907FF4BB61A}" srcOrd="0" destOrd="0" presId="urn:microsoft.com/office/officeart/2016/7/layout/BasicLinearProcessNumbered"/>
    <dgm:cxn modelId="{74BD34EA-0EE5-48C8-8E5E-833643E688EE}" type="presOf" srcId="{2A00F246-0A86-44E0-A7B0-FB22C11ECF28}" destId="{32BD3621-0A5E-430B-AFCE-509DCA4F99BF}" srcOrd="0" destOrd="0" presId="urn:microsoft.com/office/officeart/2016/7/layout/BasicLinearProcessNumbered"/>
    <dgm:cxn modelId="{A79708ED-F2DD-4BE9-8458-67BB17A6471A}" srcId="{30304CA6-2FD0-4C39-9361-DD86F17D5D86}" destId="{2A00F246-0A86-44E0-A7B0-FB22C11ECF28}" srcOrd="2" destOrd="0" parTransId="{71FE6C04-A6B0-4991-8296-681D775DFF87}" sibTransId="{859D9C08-9FA8-42C7-B71A-30ABB50A2648}"/>
    <dgm:cxn modelId="{196C681C-6DA3-40E0-850D-EF1031E5320D}" type="presParOf" srcId="{7EBBB5E0-FC45-4E4C-80B1-172F1AE6894B}" destId="{D4597753-A1E5-4CCD-9CA4-48D22D0BFCE8}" srcOrd="0" destOrd="0" presId="urn:microsoft.com/office/officeart/2016/7/layout/BasicLinearProcessNumbered"/>
    <dgm:cxn modelId="{9785F4FA-0DFB-47B8-B628-43D9C1A3D2DE}" type="presParOf" srcId="{D4597753-A1E5-4CCD-9CA4-48D22D0BFCE8}" destId="{86D66BC6-5E46-49B1-A2FF-13C6732FB80F}" srcOrd="0" destOrd="0" presId="urn:microsoft.com/office/officeart/2016/7/layout/BasicLinearProcessNumbered"/>
    <dgm:cxn modelId="{ED9163F4-CCAC-49C1-801D-22BCCEE329DA}" type="presParOf" srcId="{D4597753-A1E5-4CCD-9CA4-48D22D0BFCE8}" destId="{A722AD0D-2D50-48C1-8231-97829DB0CB2E}" srcOrd="1" destOrd="0" presId="urn:microsoft.com/office/officeart/2016/7/layout/BasicLinearProcessNumbered"/>
    <dgm:cxn modelId="{594EFC2D-E816-4A77-AEB1-A821DBC2BDF9}" type="presParOf" srcId="{D4597753-A1E5-4CCD-9CA4-48D22D0BFCE8}" destId="{CCB137EF-FAE4-45FF-8693-BFB22B70EB33}" srcOrd="2" destOrd="0" presId="urn:microsoft.com/office/officeart/2016/7/layout/BasicLinearProcessNumbered"/>
    <dgm:cxn modelId="{F1D0EACE-D512-4F25-B3C2-4BB93F129CF9}" type="presParOf" srcId="{D4597753-A1E5-4CCD-9CA4-48D22D0BFCE8}" destId="{39BD47AE-DD2F-4FE8-9704-7902FF9A51DF}" srcOrd="3" destOrd="0" presId="urn:microsoft.com/office/officeart/2016/7/layout/BasicLinearProcessNumbered"/>
    <dgm:cxn modelId="{DCF1B204-6433-4078-8326-61586FD4F08D}" type="presParOf" srcId="{7EBBB5E0-FC45-4E4C-80B1-172F1AE6894B}" destId="{89BD1C89-6580-4FC9-B048-6826A804DB6A}" srcOrd="1" destOrd="0" presId="urn:microsoft.com/office/officeart/2016/7/layout/BasicLinearProcessNumbered"/>
    <dgm:cxn modelId="{C1911A02-160E-49C4-8CE9-F21E38CD4A25}" type="presParOf" srcId="{7EBBB5E0-FC45-4E4C-80B1-172F1AE6894B}" destId="{4D7B2B77-E977-4383-A0FA-A71CA200381B}" srcOrd="2" destOrd="0" presId="urn:microsoft.com/office/officeart/2016/7/layout/BasicLinearProcessNumbered"/>
    <dgm:cxn modelId="{F3B57C6F-4D47-4D4F-9E2D-640E27B38F64}" type="presParOf" srcId="{4D7B2B77-E977-4383-A0FA-A71CA200381B}" destId="{01DCEEBF-E281-4C16-BDA8-7C42E6C9BF04}" srcOrd="0" destOrd="0" presId="urn:microsoft.com/office/officeart/2016/7/layout/BasicLinearProcessNumbered"/>
    <dgm:cxn modelId="{1F63ED7F-308B-43D5-80DA-20DCFB151FBF}" type="presParOf" srcId="{4D7B2B77-E977-4383-A0FA-A71CA200381B}" destId="{5E829BE8-24B2-4007-B658-96E5F95F1DC8}" srcOrd="1" destOrd="0" presId="urn:microsoft.com/office/officeart/2016/7/layout/BasicLinearProcessNumbered"/>
    <dgm:cxn modelId="{12743AF5-4D3E-467D-950C-5868764F6E14}" type="presParOf" srcId="{4D7B2B77-E977-4383-A0FA-A71CA200381B}" destId="{657F83B2-1F71-4FB9-A7AE-9130D7E2257F}" srcOrd="2" destOrd="0" presId="urn:microsoft.com/office/officeart/2016/7/layout/BasicLinearProcessNumbered"/>
    <dgm:cxn modelId="{E968AF6A-6AFB-4B68-8F1B-56297CE7307E}" type="presParOf" srcId="{4D7B2B77-E977-4383-A0FA-A71CA200381B}" destId="{DC1B0C1E-6505-4E76-8FB0-5324142B426D}" srcOrd="3" destOrd="0" presId="urn:microsoft.com/office/officeart/2016/7/layout/BasicLinearProcessNumbered"/>
    <dgm:cxn modelId="{FB8FBCCB-6273-48FA-9CCE-750997EB19F9}" type="presParOf" srcId="{7EBBB5E0-FC45-4E4C-80B1-172F1AE6894B}" destId="{18ECD457-1DE0-4978-B89C-8B223D9EB876}" srcOrd="3" destOrd="0" presId="urn:microsoft.com/office/officeart/2016/7/layout/BasicLinearProcessNumbered"/>
    <dgm:cxn modelId="{6D130DFA-D28F-40ED-825D-67B42F936D5D}" type="presParOf" srcId="{7EBBB5E0-FC45-4E4C-80B1-172F1AE6894B}" destId="{B90C264C-B7F0-40B1-9FE8-92231A031145}" srcOrd="4" destOrd="0" presId="urn:microsoft.com/office/officeart/2016/7/layout/BasicLinearProcessNumbered"/>
    <dgm:cxn modelId="{071684DB-A5F6-427D-BB81-8F755072B1C0}" type="presParOf" srcId="{B90C264C-B7F0-40B1-9FE8-92231A031145}" destId="{32BD3621-0A5E-430B-AFCE-509DCA4F99BF}" srcOrd="0" destOrd="0" presId="urn:microsoft.com/office/officeart/2016/7/layout/BasicLinearProcessNumbered"/>
    <dgm:cxn modelId="{276E5CBA-1B6B-4BDE-96DB-7DDC4734DB53}" type="presParOf" srcId="{B90C264C-B7F0-40B1-9FE8-92231A031145}" destId="{761DB589-9C38-4683-8239-C907FF4BB61A}" srcOrd="1" destOrd="0" presId="urn:microsoft.com/office/officeart/2016/7/layout/BasicLinearProcessNumbered"/>
    <dgm:cxn modelId="{C3DABB5E-7807-45A1-A3F9-69FC5100E61D}" type="presParOf" srcId="{B90C264C-B7F0-40B1-9FE8-92231A031145}" destId="{54342242-E04D-4769-9EA4-F9AB9CC6053C}" srcOrd="2" destOrd="0" presId="urn:microsoft.com/office/officeart/2016/7/layout/BasicLinearProcessNumbered"/>
    <dgm:cxn modelId="{FA45A3EF-5E5E-4D24-828A-40E387B3D65D}" type="presParOf" srcId="{B90C264C-B7F0-40B1-9FE8-92231A031145}" destId="{1EDF2AD1-FF0D-438B-A835-C24B65E8E39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BBD6EE-3F19-4474-B749-684A45F26C7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42DDB0-C1AD-4663-A179-52FC5B127F5C}">
      <dgm:prSet/>
      <dgm:spPr/>
      <dgm:t>
        <a:bodyPr/>
        <a:lstStyle/>
        <a:p>
          <a:pPr>
            <a:defRPr cap="all"/>
          </a:pPr>
          <a:r>
            <a:rPr lang="en-US" dirty="0"/>
            <a:t>Change → Impact Analysis</a:t>
          </a:r>
        </a:p>
      </dgm:t>
    </dgm:pt>
    <dgm:pt modelId="{8B2B9D0A-5776-49F7-8F05-452723A1DEC9}" type="parTrans" cxnId="{9F679495-E564-407B-A657-923F6D0350AB}">
      <dgm:prSet/>
      <dgm:spPr/>
      <dgm:t>
        <a:bodyPr/>
        <a:lstStyle/>
        <a:p>
          <a:endParaRPr lang="en-US"/>
        </a:p>
      </dgm:t>
    </dgm:pt>
    <dgm:pt modelId="{433C5A2A-1DEA-4B25-B53F-EC2F5076B04F}" type="sibTrans" cxnId="{9F679495-E564-407B-A657-923F6D0350AB}">
      <dgm:prSet/>
      <dgm:spPr/>
      <dgm:t>
        <a:bodyPr/>
        <a:lstStyle/>
        <a:p>
          <a:endParaRPr lang="en-US"/>
        </a:p>
      </dgm:t>
    </dgm:pt>
    <dgm:pt modelId="{5DD3998E-1984-4F31-9755-E6C067260092}">
      <dgm:prSet/>
      <dgm:spPr/>
      <dgm:t>
        <a:bodyPr/>
        <a:lstStyle/>
        <a:p>
          <a:pPr>
            <a:defRPr cap="all"/>
          </a:pPr>
          <a:r>
            <a:rPr lang="en-US"/>
            <a:t>Impact → Release Decision</a:t>
          </a:r>
        </a:p>
      </dgm:t>
    </dgm:pt>
    <dgm:pt modelId="{75FA66DC-76CD-4C9E-8F88-E110E47DD07E}" type="parTrans" cxnId="{A74A3958-A697-43C0-9052-A9C24706F958}">
      <dgm:prSet/>
      <dgm:spPr/>
      <dgm:t>
        <a:bodyPr/>
        <a:lstStyle/>
        <a:p>
          <a:endParaRPr lang="en-US"/>
        </a:p>
      </dgm:t>
    </dgm:pt>
    <dgm:pt modelId="{0D18B835-89A5-4AC8-8959-9595045AA8FE}" type="sibTrans" cxnId="{A74A3958-A697-43C0-9052-A9C24706F958}">
      <dgm:prSet/>
      <dgm:spPr/>
      <dgm:t>
        <a:bodyPr/>
        <a:lstStyle/>
        <a:p>
          <a:endParaRPr lang="en-US"/>
        </a:p>
      </dgm:t>
    </dgm:pt>
    <dgm:pt modelId="{811D2DD7-E298-4FC3-A3D8-AD6769EE7E4E}">
      <dgm:prSet/>
      <dgm:spPr/>
      <dgm:t>
        <a:bodyPr/>
        <a:lstStyle/>
        <a:p>
          <a:pPr>
            <a:defRPr cap="all"/>
          </a:pPr>
          <a:r>
            <a:rPr lang="en-US"/>
            <a:t>QA → Learning → Next Release</a:t>
          </a:r>
        </a:p>
      </dgm:t>
    </dgm:pt>
    <dgm:pt modelId="{22406691-1ACC-4D2E-812C-A9CE7723B43B}" type="parTrans" cxnId="{1F21B601-0582-4196-AB89-C5D980A8C158}">
      <dgm:prSet/>
      <dgm:spPr/>
      <dgm:t>
        <a:bodyPr/>
        <a:lstStyle/>
        <a:p>
          <a:endParaRPr lang="en-US"/>
        </a:p>
      </dgm:t>
    </dgm:pt>
    <dgm:pt modelId="{77F8ACB5-A15E-4AA9-8E95-1F315EB064BD}" type="sibTrans" cxnId="{1F21B601-0582-4196-AB89-C5D980A8C158}">
      <dgm:prSet/>
      <dgm:spPr/>
      <dgm:t>
        <a:bodyPr/>
        <a:lstStyle/>
        <a:p>
          <a:endParaRPr lang="en-US"/>
        </a:p>
      </dgm:t>
    </dgm:pt>
    <dgm:pt modelId="{4C8FD53E-6101-48B2-9E5F-0B071C0065D3}" type="pres">
      <dgm:prSet presAssocID="{6CBBD6EE-3F19-4474-B749-684A45F26C78}" presName="root" presStyleCnt="0">
        <dgm:presLayoutVars>
          <dgm:dir/>
          <dgm:resizeHandles val="exact"/>
        </dgm:presLayoutVars>
      </dgm:prSet>
      <dgm:spPr/>
    </dgm:pt>
    <dgm:pt modelId="{86338C47-A4A3-4F57-878B-D2351B38BA7B}" type="pres">
      <dgm:prSet presAssocID="{9642DDB0-C1AD-4663-A179-52FC5B127F5C}" presName="compNode" presStyleCnt="0"/>
      <dgm:spPr/>
    </dgm:pt>
    <dgm:pt modelId="{C499376E-820C-49A4-B1AC-BC73C3F787D4}" type="pres">
      <dgm:prSet presAssocID="{9642DDB0-C1AD-4663-A179-52FC5B127F5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FD270F1-CD8E-440B-A51B-4506B0E1EBC6}" type="pres">
      <dgm:prSet presAssocID="{9642DDB0-C1AD-4663-A179-52FC5B127F5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8112BB4-4101-41CF-B9C1-7539E119E9F4}" type="pres">
      <dgm:prSet presAssocID="{9642DDB0-C1AD-4663-A179-52FC5B127F5C}" presName="spaceRect" presStyleCnt="0"/>
      <dgm:spPr/>
    </dgm:pt>
    <dgm:pt modelId="{B8886B86-1F6B-4081-ADD0-927E78F25F62}" type="pres">
      <dgm:prSet presAssocID="{9642DDB0-C1AD-4663-A179-52FC5B127F5C}" presName="textRect" presStyleLbl="revTx" presStyleIdx="0" presStyleCnt="3">
        <dgm:presLayoutVars>
          <dgm:chMax val="1"/>
          <dgm:chPref val="1"/>
        </dgm:presLayoutVars>
      </dgm:prSet>
      <dgm:spPr/>
    </dgm:pt>
    <dgm:pt modelId="{34F451B2-3DD8-40AD-BADA-2B87713F0D57}" type="pres">
      <dgm:prSet presAssocID="{433C5A2A-1DEA-4B25-B53F-EC2F5076B04F}" presName="sibTrans" presStyleCnt="0"/>
      <dgm:spPr/>
    </dgm:pt>
    <dgm:pt modelId="{374DE1FC-D916-4C32-9808-B9DBC43DDFD0}" type="pres">
      <dgm:prSet presAssocID="{5DD3998E-1984-4F31-9755-E6C067260092}" presName="compNode" presStyleCnt="0"/>
      <dgm:spPr/>
    </dgm:pt>
    <dgm:pt modelId="{9F94244B-03F3-4290-91C5-85A874233185}" type="pres">
      <dgm:prSet presAssocID="{5DD3998E-1984-4F31-9755-E6C06726009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8C32C23-35E6-4626-B627-EBC51DDDC428}" type="pres">
      <dgm:prSet presAssocID="{5DD3998E-1984-4F31-9755-E6C06726009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246678-2A58-492E-B002-6CF6C35DA26F}" type="pres">
      <dgm:prSet presAssocID="{5DD3998E-1984-4F31-9755-E6C067260092}" presName="spaceRect" presStyleCnt="0"/>
      <dgm:spPr/>
    </dgm:pt>
    <dgm:pt modelId="{721EEA3C-58EA-46FC-A8B3-324D83274E8F}" type="pres">
      <dgm:prSet presAssocID="{5DD3998E-1984-4F31-9755-E6C067260092}" presName="textRect" presStyleLbl="revTx" presStyleIdx="1" presStyleCnt="3">
        <dgm:presLayoutVars>
          <dgm:chMax val="1"/>
          <dgm:chPref val="1"/>
        </dgm:presLayoutVars>
      </dgm:prSet>
      <dgm:spPr/>
    </dgm:pt>
    <dgm:pt modelId="{7F2D15ED-5EE6-40F3-92B1-EEE46F4D308B}" type="pres">
      <dgm:prSet presAssocID="{0D18B835-89A5-4AC8-8959-9595045AA8FE}" presName="sibTrans" presStyleCnt="0"/>
      <dgm:spPr/>
    </dgm:pt>
    <dgm:pt modelId="{A3EE533E-A59C-4283-BE49-94249C2468F1}" type="pres">
      <dgm:prSet presAssocID="{811D2DD7-E298-4FC3-A3D8-AD6769EE7E4E}" presName="compNode" presStyleCnt="0"/>
      <dgm:spPr/>
    </dgm:pt>
    <dgm:pt modelId="{2E91232A-7F2E-4560-BB58-36B913F28CB3}" type="pres">
      <dgm:prSet presAssocID="{811D2DD7-E298-4FC3-A3D8-AD6769EE7E4E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9BD736E-4EA2-4A57-BBB1-F58E7CFC50EC}" type="pres">
      <dgm:prSet presAssocID="{811D2DD7-E298-4FC3-A3D8-AD6769EE7E4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B010DEF-57FE-4918-A278-049129E60C96}" type="pres">
      <dgm:prSet presAssocID="{811D2DD7-E298-4FC3-A3D8-AD6769EE7E4E}" presName="spaceRect" presStyleCnt="0"/>
      <dgm:spPr/>
    </dgm:pt>
    <dgm:pt modelId="{9D884B33-2948-48A3-BEBC-EA234ECB4E46}" type="pres">
      <dgm:prSet presAssocID="{811D2DD7-E298-4FC3-A3D8-AD6769EE7E4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F21B601-0582-4196-AB89-C5D980A8C158}" srcId="{6CBBD6EE-3F19-4474-B749-684A45F26C78}" destId="{811D2DD7-E298-4FC3-A3D8-AD6769EE7E4E}" srcOrd="2" destOrd="0" parTransId="{22406691-1ACC-4D2E-812C-A9CE7723B43B}" sibTransId="{77F8ACB5-A15E-4AA9-8E95-1F315EB064BD}"/>
    <dgm:cxn modelId="{86227722-6D16-4A12-BBBA-B6C7731A46B2}" type="presOf" srcId="{5DD3998E-1984-4F31-9755-E6C067260092}" destId="{721EEA3C-58EA-46FC-A8B3-324D83274E8F}" srcOrd="0" destOrd="0" presId="urn:microsoft.com/office/officeart/2018/5/layout/IconLeafLabelList"/>
    <dgm:cxn modelId="{6F364937-CE92-4311-BD18-48C151282D50}" type="presOf" srcId="{9642DDB0-C1AD-4663-A179-52FC5B127F5C}" destId="{B8886B86-1F6B-4081-ADD0-927E78F25F62}" srcOrd="0" destOrd="0" presId="urn:microsoft.com/office/officeart/2018/5/layout/IconLeafLabelList"/>
    <dgm:cxn modelId="{F0DB1E40-8B4C-4D64-820F-D9EA389E54E9}" type="presOf" srcId="{6CBBD6EE-3F19-4474-B749-684A45F26C78}" destId="{4C8FD53E-6101-48B2-9E5F-0B071C0065D3}" srcOrd="0" destOrd="0" presId="urn:microsoft.com/office/officeart/2018/5/layout/IconLeafLabelList"/>
    <dgm:cxn modelId="{A74A3958-A697-43C0-9052-A9C24706F958}" srcId="{6CBBD6EE-3F19-4474-B749-684A45F26C78}" destId="{5DD3998E-1984-4F31-9755-E6C067260092}" srcOrd="1" destOrd="0" parTransId="{75FA66DC-76CD-4C9E-8F88-E110E47DD07E}" sibTransId="{0D18B835-89A5-4AC8-8959-9595045AA8FE}"/>
    <dgm:cxn modelId="{9F679495-E564-407B-A657-923F6D0350AB}" srcId="{6CBBD6EE-3F19-4474-B749-684A45F26C78}" destId="{9642DDB0-C1AD-4663-A179-52FC5B127F5C}" srcOrd="0" destOrd="0" parTransId="{8B2B9D0A-5776-49F7-8F05-452723A1DEC9}" sibTransId="{433C5A2A-1DEA-4B25-B53F-EC2F5076B04F}"/>
    <dgm:cxn modelId="{E5B349F6-4232-497A-9557-F91F811B370C}" type="presOf" srcId="{811D2DD7-E298-4FC3-A3D8-AD6769EE7E4E}" destId="{9D884B33-2948-48A3-BEBC-EA234ECB4E46}" srcOrd="0" destOrd="0" presId="urn:microsoft.com/office/officeart/2018/5/layout/IconLeafLabelList"/>
    <dgm:cxn modelId="{428A7914-B86D-4013-8E94-E68F62A89C4D}" type="presParOf" srcId="{4C8FD53E-6101-48B2-9E5F-0B071C0065D3}" destId="{86338C47-A4A3-4F57-878B-D2351B38BA7B}" srcOrd="0" destOrd="0" presId="urn:microsoft.com/office/officeart/2018/5/layout/IconLeafLabelList"/>
    <dgm:cxn modelId="{B3ECB044-4A03-439F-B271-D34F7FBE377B}" type="presParOf" srcId="{86338C47-A4A3-4F57-878B-D2351B38BA7B}" destId="{C499376E-820C-49A4-B1AC-BC73C3F787D4}" srcOrd="0" destOrd="0" presId="urn:microsoft.com/office/officeart/2018/5/layout/IconLeafLabelList"/>
    <dgm:cxn modelId="{25C857B4-0E81-4925-9D9A-053071ED017C}" type="presParOf" srcId="{86338C47-A4A3-4F57-878B-D2351B38BA7B}" destId="{1FD270F1-CD8E-440B-A51B-4506B0E1EBC6}" srcOrd="1" destOrd="0" presId="urn:microsoft.com/office/officeart/2018/5/layout/IconLeafLabelList"/>
    <dgm:cxn modelId="{73449711-B161-42F7-82AF-D8698100D0F5}" type="presParOf" srcId="{86338C47-A4A3-4F57-878B-D2351B38BA7B}" destId="{A8112BB4-4101-41CF-B9C1-7539E119E9F4}" srcOrd="2" destOrd="0" presId="urn:microsoft.com/office/officeart/2018/5/layout/IconLeafLabelList"/>
    <dgm:cxn modelId="{D2C78D9C-2E7C-4F65-B278-1330DF36A37B}" type="presParOf" srcId="{86338C47-A4A3-4F57-878B-D2351B38BA7B}" destId="{B8886B86-1F6B-4081-ADD0-927E78F25F62}" srcOrd="3" destOrd="0" presId="urn:microsoft.com/office/officeart/2018/5/layout/IconLeafLabelList"/>
    <dgm:cxn modelId="{39FC6A05-3758-4C65-8BF2-A77E9F35CFE7}" type="presParOf" srcId="{4C8FD53E-6101-48B2-9E5F-0B071C0065D3}" destId="{34F451B2-3DD8-40AD-BADA-2B87713F0D57}" srcOrd="1" destOrd="0" presId="urn:microsoft.com/office/officeart/2018/5/layout/IconLeafLabelList"/>
    <dgm:cxn modelId="{052396D7-C90E-4EF0-BE59-49FE0432B295}" type="presParOf" srcId="{4C8FD53E-6101-48B2-9E5F-0B071C0065D3}" destId="{374DE1FC-D916-4C32-9808-B9DBC43DDFD0}" srcOrd="2" destOrd="0" presId="urn:microsoft.com/office/officeart/2018/5/layout/IconLeafLabelList"/>
    <dgm:cxn modelId="{69BC4705-A003-42DD-A8B6-0BBE9669C21B}" type="presParOf" srcId="{374DE1FC-D916-4C32-9808-B9DBC43DDFD0}" destId="{9F94244B-03F3-4290-91C5-85A874233185}" srcOrd="0" destOrd="0" presId="urn:microsoft.com/office/officeart/2018/5/layout/IconLeafLabelList"/>
    <dgm:cxn modelId="{E5DF47D5-83F1-48F6-BF7F-0C28DB9B1587}" type="presParOf" srcId="{374DE1FC-D916-4C32-9808-B9DBC43DDFD0}" destId="{78C32C23-35E6-4626-B627-EBC51DDDC428}" srcOrd="1" destOrd="0" presId="urn:microsoft.com/office/officeart/2018/5/layout/IconLeafLabelList"/>
    <dgm:cxn modelId="{7EC8B7B8-8FFE-42FF-859F-272634513317}" type="presParOf" srcId="{374DE1FC-D916-4C32-9808-B9DBC43DDFD0}" destId="{36246678-2A58-492E-B002-6CF6C35DA26F}" srcOrd="2" destOrd="0" presId="urn:microsoft.com/office/officeart/2018/5/layout/IconLeafLabelList"/>
    <dgm:cxn modelId="{C4306703-945D-4B04-9524-CB05FD255972}" type="presParOf" srcId="{374DE1FC-D916-4C32-9808-B9DBC43DDFD0}" destId="{721EEA3C-58EA-46FC-A8B3-324D83274E8F}" srcOrd="3" destOrd="0" presId="urn:microsoft.com/office/officeart/2018/5/layout/IconLeafLabelList"/>
    <dgm:cxn modelId="{83100B38-A8E2-4E13-83D3-D8E238675A31}" type="presParOf" srcId="{4C8FD53E-6101-48B2-9E5F-0B071C0065D3}" destId="{7F2D15ED-5EE6-40F3-92B1-EEE46F4D308B}" srcOrd="3" destOrd="0" presId="urn:microsoft.com/office/officeart/2018/5/layout/IconLeafLabelList"/>
    <dgm:cxn modelId="{364A5E80-ECD4-4EA0-9A1A-3665AB2D5F23}" type="presParOf" srcId="{4C8FD53E-6101-48B2-9E5F-0B071C0065D3}" destId="{A3EE533E-A59C-4283-BE49-94249C2468F1}" srcOrd="4" destOrd="0" presId="urn:microsoft.com/office/officeart/2018/5/layout/IconLeafLabelList"/>
    <dgm:cxn modelId="{C28D2433-A28D-4222-A342-532665D3BD39}" type="presParOf" srcId="{A3EE533E-A59C-4283-BE49-94249C2468F1}" destId="{2E91232A-7F2E-4560-BB58-36B913F28CB3}" srcOrd="0" destOrd="0" presId="urn:microsoft.com/office/officeart/2018/5/layout/IconLeafLabelList"/>
    <dgm:cxn modelId="{B274F327-6D34-4C6C-BC21-F289C7463F2E}" type="presParOf" srcId="{A3EE533E-A59C-4283-BE49-94249C2468F1}" destId="{F9BD736E-4EA2-4A57-BBB1-F58E7CFC50EC}" srcOrd="1" destOrd="0" presId="urn:microsoft.com/office/officeart/2018/5/layout/IconLeafLabelList"/>
    <dgm:cxn modelId="{EB7A003A-8438-49F3-BD8F-31ECD1EC9FCA}" type="presParOf" srcId="{A3EE533E-A59C-4283-BE49-94249C2468F1}" destId="{5B010DEF-57FE-4918-A278-049129E60C96}" srcOrd="2" destOrd="0" presId="urn:microsoft.com/office/officeart/2018/5/layout/IconLeafLabelList"/>
    <dgm:cxn modelId="{ACFCAEF8-DCFB-402D-AC06-0149B41E379A}" type="presParOf" srcId="{A3EE533E-A59C-4283-BE49-94249C2468F1}" destId="{9D884B33-2948-48A3-BEBC-EA234ECB4E4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8A1599-284F-4E08-A30D-D45CB88AF48B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19F125D-46C7-413E-A6E9-0303D4AD47E0}">
      <dgm:prSet/>
      <dgm:spPr/>
      <dgm:t>
        <a:bodyPr/>
        <a:lstStyle/>
        <a:p>
          <a:r>
            <a:rPr lang="en-US"/>
            <a:t>Reduced defect leakage</a:t>
          </a:r>
        </a:p>
      </dgm:t>
    </dgm:pt>
    <dgm:pt modelId="{199E1A3B-F875-47A1-9FFB-FF616D1962EC}" type="parTrans" cxnId="{D8165CDF-1FDE-42C4-A7F3-EA6BE2EA0463}">
      <dgm:prSet/>
      <dgm:spPr/>
      <dgm:t>
        <a:bodyPr/>
        <a:lstStyle/>
        <a:p>
          <a:endParaRPr lang="en-US"/>
        </a:p>
      </dgm:t>
    </dgm:pt>
    <dgm:pt modelId="{F22D3918-3286-4850-BED5-7769D072E3E3}" type="sibTrans" cxnId="{D8165CDF-1FDE-42C4-A7F3-EA6BE2EA0463}">
      <dgm:prSet/>
      <dgm:spPr/>
      <dgm:t>
        <a:bodyPr/>
        <a:lstStyle/>
        <a:p>
          <a:endParaRPr lang="en-US"/>
        </a:p>
      </dgm:t>
    </dgm:pt>
    <dgm:pt modelId="{28B2C77F-1D36-4A0F-AA43-8E59DE6CF908}">
      <dgm:prSet/>
      <dgm:spPr/>
      <dgm:t>
        <a:bodyPr/>
        <a:lstStyle/>
        <a:p>
          <a:r>
            <a:rPr lang="en-US"/>
            <a:t>Predictable releases</a:t>
          </a:r>
        </a:p>
      </dgm:t>
    </dgm:pt>
    <dgm:pt modelId="{8B415A43-0D44-4155-AE04-8FFEE2F78CE5}" type="parTrans" cxnId="{2DFC4078-D88B-47BD-93F3-240F0772068A}">
      <dgm:prSet/>
      <dgm:spPr/>
      <dgm:t>
        <a:bodyPr/>
        <a:lstStyle/>
        <a:p>
          <a:endParaRPr lang="en-US"/>
        </a:p>
      </dgm:t>
    </dgm:pt>
    <dgm:pt modelId="{DAF1C0EA-7F84-41BC-A666-98657BA25091}" type="sibTrans" cxnId="{2DFC4078-D88B-47BD-93F3-240F0772068A}">
      <dgm:prSet/>
      <dgm:spPr/>
      <dgm:t>
        <a:bodyPr/>
        <a:lstStyle/>
        <a:p>
          <a:endParaRPr lang="en-US"/>
        </a:p>
      </dgm:t>
    </dgm:pt>
    <dgm:pt modelId="{608A6EA0-201B-469C-90E5-84F7B33A3858}">
      <dgm:prSet/>
      <dgm:spPr/>
      <dgm:t>
        <a:bodyPr/>
        <a:lstStyle/>
        <a:p>
          <a:r>
            <a:rPr lang="en-US"/>
            <a:t>Audit-ready traceability</a:t>
          </a:r>
        </a:p>
      </dgm:t>
    </dgm:pt>
    <dgm:pt modelId="{3BBD0FD7-03FE-48E5-B475-3163DA6C4E5F}" type="parTrans" cxnId="{112BCF70-BC16-4A51-8BA7-C373A33129EB}">
      <dgm:prSet/>
      <dgm:spPr/>
      <dgm:t>
        <a:bodyPr/>
        <a:lstStyle/>
        <a:p>
          <a:endParaRPr lang="en-US"/>
        </a:p>
      </dgm:t>
    </dgm:pt>
    <dgm:pt modelId="{CE1FA9CF-68B7-4D0D-A677-C813CCCCD2C8}" type="sibTrans" cxnId="{112BCF70-BC16-4A51-8BA7-C373A33129EB}">
      <dgm:prSet/>
      <dgm:spPr/>
      <dgm:t>
        <a:bodyPr/>
        <a:lstStyle/>
        <a:p>
          <a:endParaRPr lang="en-US"/>
        </a:p>
      </dgm:t>
    </dgm:pt>
    <dgm:pt modelId="{C9855D56-7169-46E9-A6D6-4C5B0AA12AF6}">
      <dgm:prSet/>
      <dgm:spPr/>
      <dgm:t>
        <a:bodyPr/>
        <a:lstStyle/>
        <a:p>
          <a:r>
            <a:rPr lang="en-US"/>
            <a:t>Faster development cycles</a:t>
          </a:r>
        </a:p>
      </dgm:t>
    </dgm:pt>
    <dgm:pt modelId="{20F18C0F-B2AC-47FF-8460-DDC06B3546C9}" type="parTrans" cxnId="{B2FB2A36-C50D-4DA8-AFEE-2C51BACFF45E}">
      <dgm:prSet/>
      <dgm:spPr/>
      <dgm:t>
        <a:bodyPr/>
        <a:lstStyle/>
        <a:p>
          <a:endParaRPr lang="en-US"/>
        </a:p>
      </dgm:t>
    </dgm:pt>
    <dgm:pt modelId="{31BD4B9E-3A7F-40A0-956E-1FAC802425F9}" type="sibTrans" cxnId="{B2FB2A36-C50D-4DA8-AFEE-2C51BACFF45E}">
      <dgm:prSet/>
      <dgm:spPr/>
      <dgm:t>
        <a:bodyPr/>
        <a:lstStyle/>
        <a:p>
          <a:endParaRPr lang="en-US"/>
        </a:p>
      </dgm:t>
    </dgm:pt>
    <dgm:pt modelId="{E75D9522-55C0-41F9-8D6E-47E495D239C2}" type="pres">
      <dgm:prSet presAssocID="{658A1599-284F-4E08-A30D-D45CB88AF48B}" presName="outerComposite" presStyleCnt="0">
        <dgm:presLayoutVars>
          <dgm:chMax val="5"/>
          <dgm:dir/>
          <dgm:resizeHandles val="exact"/>
        </dgm:presLayoutVars>
      </dgm:prSet>
      <dgm:spPr/>
    </dgm:pt>
    <dgm:pt modelId="{CE949088-E23B-4682-B460-D050127FDD59}" type="pres">
      <dgm:prSet presAssocID="{658A1599-284F-4E08-A30D-D45CB88AF48B}" presName="dummyMaxCanvas" presStyleCnt="0">
        <dgm:presLayoutVars/>
      </dgm:prSet>
      <dgm:spPr/>
    </dgm:pt>
    <dgm:pt modelId="{9F3DBA5C-4237-4757-95AD-6CC5B1A93297}" type="pres">
      <dgm:prSet presAssocID="{658A1599-284F-4E08-A30D-D45CB88AF48B}" presName="FourNodes_1" presStyleLbl="node1" presStyleIdx="0" presStyleCnt="4">
        <dgm:presLayoutVars>
          <dgm:bulletEnabled val="1"/>
        </dgm:presLayoutVars>
      </dgm:prSet>
      <dgm:spPr/>
    </dgm:pt>
    <dgm:pt modelId="{055A623D-3F3E-4D56-8E80-BFE07DF04857}" type="pres">
      <dgm:prSet presAssocID="{658A1599-284F-4E08-A30D-D45CB88AF48B}" presName="FourNodes_2" presStyleLbl="node1" presStyleIdx="1" presStyleCnt="4">
        <dgm:presLayoutVars>
          <dgm:bulletEnabled val="1"/>
        </dgm:presLayoutVars>
      </dgm:prSet>
      <dgm:spPr/>
    </dgm:pt>
    <dgm:pt modelId="{FAC729A9-BC7F-4473-B59E-D8C3BB0A3CDF}" type="pres">
      <dgm:prSet presAssocID="{658A1599-284F-4E08-A30D-D45CB88AF48B}" presName="FourNodes_3" presStyleLbl="node1" presStyleIdx="2" presStyleCnt="4">
        <dgm:presLayoutVars>
          <dgm:bulletEnabled val="1"/>
        </dgm:presLayoutVars>
      </dgm:prSet>
      <dgm:spPr/>
    </dgm:pt>
    <dgm:pt modelId="{658B994F-5C42-43C6-B148-C854DC3FD2F3}" type="pres">
      <dgm:prSet presAssocID="{658A1599-284F-4E08-A30D-D45CB88AF48B}" presName="FourNodes_4" presStyleLbl="node1" presStyleIdx="3" presStyleCnt="4">
        <dgm:presLayoutVars>
          <dgm:bulletEnabled val="1"/>
        </dgm:presLayoutVars>
      </dgm:prSet>
      <dgm:spPr/>
    </dgm:pt>
    <dgm:pt modelId="{59F7C7FE-693D-4D1D-B973-5D2380A09501}" type="pres">
      <dgm:prSet presAssocID="{658A1599-284F-4E08-A30D-D45CB88AF48B}" presName="FourConn_1-2" presStyleLbl="fgAccFollowNode1" presStyleIdx="0" presStyleCnt="3">
        <dgm:presLayoutVars>
          <dgm:bulletEnabled val="1"/>
        </dgm:presLayoutVars>
      </dgm:prSet>
      <dgm:spPr/>
    </dgm:pt>
    <dgm:pt modelId="{C82C693D-BE2B-4F7C-95A0-77AD87C5B02C}" type="pres">
      <dgm:prSet presAssocID="{658A1599-284F-4E08-A30D-D45CB88AF48B}" presName="FourConn_2-3" presStyleLbl="fgAccFollowNode1" presStyleIdx="1" presStyleCnt="3">
        <dgm:presLayoutVars>
          <dgm:bulletEnabled val="1"/>
        </dgm:presLayoutVars>
      </dgm:prSet>
      <dgm:spPr/>
    </dgm:pt>
    <dgm:pt modelId="{6FEFF897-4970-42E8-9308-C71970196795}" type="pres">
      <dgm:prSet presAssocID="{658A1599-284F-4E08-A30D-D45CB88AF48B}" presName="FourConn_3-4" presStyleLbl="fgAccFollowNode1" presStyleIdx="2" presStyleCnt="3">
        <dgm:presLayoutVars>
          <dgm:bulletEnabled val="1"/>
        </dgm:presLayoutVars>
      </dgm:prSet>
      <dgm:spPr/>
    </dgm:pt>
    <dgm:pt modelId="{0832094F-CC7E-492E-B999-D95A55E463E6}" type="pres">
      <dgm:prSet presAssocID="{658A1599-284F-4E08-A30D-D45CB88AF48B}" presName="FourNodes_1_text" presStyleLbl="node1" presStyleIdx="3" presStyleCnt="4">
        <dgm:presLayoutVars>
          <dgm:bulletEnabled val="1"/>
        </dgm:presLayoutVars>
      </dgm:prSet>
      <dgm:spPr/>
    </dgm:pt>
    <dgm:pt modelId="{B03C4F11-F275-4101-9F06-FBD3B081EC28}" type="pres">
      <dgm:prSet presAssocID="{658A1599-284F-4E08-A30D-D45CB88AF48B}" presName="FourNodes_2_text" presStyleLbl="node1" presStyleIdx="3" presStyleCnt="4">
        <dgm:presLayoutVars>
          <dgm:bulletEnabled val="1"/>
        </dgm:presLayoutVars>
      </dgm:prSet>
      <dgm:spPr/>
    </dgm:pt>
    <dgm:pt modelId="{232AA6CB-64A2-479C-B639-0844817F1822}" type="pres">
      <dgm:prSet presAssocID="{658A1599-284F-4E08-A30D-D45CB88AF48B}" presName="FourNodes_3_text" presStyleLbl="node1" presStyleIdx="3" presStyleCnt="4">
        <dgm:presLayoutVars>
          <dgm:bulletEnabled val="1"/>
        </dgm:presLayoutVars>
      </dgm:prSet>
      <dgm:spPr/>
    </dgm:pt>
    <dgm:pt modelId="{D523C8FC-4530-48ED-80E6-8AFE4E140E31}" type="pres">
      <dgm:prSet presAssocID="{658A1599-284F-4E08-A30D-D45CB88AF48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8A9370B-73F5-429C-9030-12E33804B5E9}" type="presOf" srcId="{608A6EA0-201B-469C-90E5-84F7B33A3858}" destId="{232AA6CB-64A2-479C-B639-0844817F1822}" srcOrd="1" destOrd="0" presId="urn:microsoft.com/office/officeart/2005/8/layout/vProcess5"/>
    <dgm:cxn modelId="{230B7C20-E603-460D-944C-19D9BB7ADFAE}" type="presOf" srcId="{658A1599-284F-4E08-A30D-D45CB88AF48B}" destId="{E75D9522-55C0-41F9-8D6E-47E495D239C2}" srcOrd="0" destOrd="0" presId="urn:microsoft.com/office/officeart/2005/8/layout/vProcess5"/>
    <dgm:cxn modelId="{B2FB2A36-C50D-4DA8-AFEE-2C51BACFF45E}" srcId="{658A1599-284F-4E08-A30D-D45CB88AF48B}" destId="{C9855D56-7169-46E9-A6D6-4C5B0AA12AF6}" srcOrd="3" destOrd="0" parTransId="{20F18C0F-B2AC-47FF-8460-DDC06B3546C9}" sibTransId="{31BD4B9E-3A7F-40A0-956E-1FAC802425F9}"/>
    <dgm:cxn modelId="{217BF543-0745-4D3F-9CC0-DA188E39A90F}" type="presOf" srcId="{CE1FA9CF-68B7-4D0D-A677-C813CCCCD2C8}" destId="{6FEFF897-4970-42E8-9308-C71970196795}" srcOrd="0" destOrd="0" presId="urn:microsoft.com/office/officeart/2005/8/layout/vProcess5"/>
    <dgm:cxn modelId="{00D2C766-94F5-476A-9C23-DD07A2D376A8}" type="presOf" srcId="{608A6EA0-201B-469C-90E5-84F7B33A3858}" destId="{FAC729A9-BC7F-4473-B59E-D8C3BB0A3CDF}" srcOrd="0" destOrd="0" presId="urn:microsoft.com/office/officeart/2005/8/layout/vProcess5"/>
    <dgm:cxn modelId="{F10A3A47-334D-4A36-B2C3-A85A367C1FBA}" type="presOf" srcId="{F22D3918-3286-4850-BED5-7769D072E3E3}" destId="{59F7C7FE-693D-4D1D-B973-5D2380A09501}" srcOrd="0" destOrd="0" presId="urn:microsoft.com/office/officeart/2005/8/layout/vProcess5"/>
    <dgm:cxn modelId="{BE68596E-31D0-43D0-9F77-ECA69C033D55}" type="presOf" srcId="{28B2C77F-1D36-4A0F-AA43-8E59DE6CF908}" destId="{B03C4F11-F275-4101-9F06-FBD3B081EC28}" srcOrd="1" destOrd="0" presId="urn:microsoft.com/office/officeart/2005/8/layout/vProcess5"/>
    <dgm:cxn modelId="{112BCF70-BC16-4A51-8BA7-C373A33129EB}" srcId="{658A1599-284F-4E08-A30D-D45CB88AF48B}" destId="{608A6EA0-201B-469C-90E5-84F7B33A3858}" srcOrd="2" destOrd="0" parTransId="{3BBD0FD7-03FE-48E5-B475-3163DA6C4E5F}" sibTransId="{CE1FA9CF-68B7-4D0D-A677-C813CCCCD2C8}"/>
    <dgm:cxn modelId="{2DFC4078-D88B-47BD-93F3-240F0772068A}" srcId="{658A1599-284F-4E08-A30D-D45CB88AF48B}" destId="{28B2C77F-1D36-4A0F-AA43-8E59DE6CF908}" srcOrd="1" destOrd="0" parTransId="{8B415A43-0D44-4155-AE04-8FFEE2F78CE5}" sibTransId="{DAF1C0EA-7F84-41BC-A666-98657BA25091}"/>
    <dgm:cxn modelId="{F40D9E7E-AA4E-4B78-8BAC-0F8EE862F7B5}" type="presOf" srcId="{28B2C77F-1D36-4A0F-AA43-8E59DE6CF908}" destId="{055A623D-3F3E-4D56-8E80-BFE07DF04857}" srcOrd="0" destOrd="0" presId="urn:microsoft.com/office/officeart/2005/8/layout/vProcess5"/>
    <dgm:cxn modelId="{9F907B95-C0F3-471A-B78C-DE42C9AB58FE}" type="presOf" srcId="{DAF1C0EA-7F84-41BC-A666-98657BA25091}" destId="{C82C693D-BE2B-4F7C-95A0-77AD87C5B02C}" srcOrd="0" destOrd="0" presId="urn:microsoft.com/office/officeart/2005/8/layout/vProcess5"/>
    <dgm:cxn modelId="{E3C5A3A2-AE08-4154-8C80-4B8582906674}" type="presOf" srcId="{719F125D-46C7-413E-A6E9-0303D4AD47E0}" destId="{9F3DBA5C-4237-4757-95AD-6CC5B1A93297}" srcOrd="0" destOrd="0" presId="urn:microsoft.com/office/officeart/2005/8/layout/vProcess5"/>
    <dgm:cxn modelId="{A424C3AF-4034-47F8-A1A7-50A3D919C5ED}" type="presOf" srcId="{C9855D56-7169-46E9-A6D6-4C5B0AA12AF6}" destId="{D523C8FC-4530-48ED-80E6-8AFE4E140E31}" srcOrd="1" destOrd="0" presId="urn:microsoft.com/office/officeart/2005/8/layout/vProcess5"/>
    <dgm:cxn modelId="{D8165CDF-1FDE-42C4-A7F3-EA6BE2EA0463}" srcId="{658A1599-284F-4E08-A30D-D45CB88AF48B}" destId="{719F125D-46C7-413E-A6E9-0303D4AD47E0}" srcOrd="0" destOrd="0" parTransId="{199E1A3B-F875-47A1-9FFB-FF616D1962EC}" sibTransId="{F22D3918-3286-4850-BED5-7769D072E3E3}"/>
    <dgm:cxn modelId="{84BC67E7-034B-4B4F-911E-EA42AB31AED5}" type="presOf" srcId="{719F125D-46C7-413E-A6E9-0303D4AD47E0}" destId="{0832094F-CC7E-492E-B999-D95A55E463E6}" srcOrd="1" destOrd="0" presId="urn:microsoft.com/office/officeart/2005/8/layout/vProcess5"/>
    <dgm:cxn modelId="{1FBDEBF7-572A-4B4B-9C0C-507B4AD3AAD9}" type="presOf" srcId="{C9855D56-7169-46E9-A6D6-4C5B0AA12AF6}" destId="{658B994F-5C42-43C6-B148-C854DC3FD2F3}" srcOrd="0" destOrd="0" presId="urn:microsoft.com/office/officeart/2005/8/layout/vProcess5"/>
    <dgm:cxn modelId="{74B586B9-6523-4F49-90BC-647CE7A80FBA}" type="presParOf" srcId="{E75D9522-55C0-41F9-8D6E-47E495D239C2}" destId="{CE949088-E23B-4682-B460-D050127FDD59}" srcOrd="0" destOrd="0" presId="urn:microsoft.com/office/officeart/2005/8/layout/vProcess5"/>
    <dgm:cxn modelId="{0D99E16C-5707-44F5-9A07-817DD489B888}" type="presParOf" srcId="{E75D9522-55C0-41F9-8D6E-47E495D239C2}" destId="{9F3DBA5C-4237-4757-95AD-6CC5B1A93297}" srcOrd="1" destOrd="0" presId="urn:microsoft.com/office/officeart/2005/8/layout/vProcess5"/>
    <dgm:cxn modelId="{98D667D6-7502-4170-8289-4E37F0D9CC6F}" type="presParOf" srcId="{E75D9522-55C0-41F9-8D6E-47E495D239C2}" destId="{055A623D-3F3E-4D56-8E80-BFE07DF04857}" srcOrd="2" destOrd="0" presId="urn:microsoft.com/office/officeart/2005/8/layout/vProcess5"/>
    <dgm:cxn modelId="{727AA201-9B3E-48ED-9828-CE1E338C4320}" type="presParOf" srcId="{E75D9522-55C0-41F9-8D6E-47E495D239C2}" destId="{FAC729A9-BC7F-4473-B59E-D8C3BB0A3CDF}" srcOrd="3" destOrd="0" presId="urn:microsoft.com/office/officeart/2005/8/layout/vProcess5"/>
    <dgm:cxn modelId="{DC179C6D-7B5D-41CE-BEE0-3363B352118B}" type="presParOf" srcId="{E75D9522-55C0-41F9-8D6E-47E495D239C2}" destId="{658B994F-5C42-43C6-B148-C854DC3FD2F3}" srcOrd="4" destOrd="0" presId="urn:microsoft.com/office/officeart/2005/8/layout/vProcess5"/>
    <dgm:cxn modelId="{92365382-3D98-406C-AAC7-91798BF464FA}" type="presParOf" srcId="{E75D9522-55C0-41F9-8D6E-47E495D239C2}" destId="{59F7C7FE-693D-4D1D-B973-5D2380A09501}" srcOrd="5" destOrd="0" presId="urn:microsoft.com/office/officeart/2005/8/layout/vProcess5"/>
    <dgm:cxn modelId="{CDBFB0EF-DFC1-4694-8852-9E18A0745571}" type="presParOf" srcId="{E75D9522-55C0-41F9-8D6E-47E495D239C2}" destId="{C82C693D-BE2B-4F7C-95A0-77AD87C5B02C}" srcOrd="6" destOrd="0" presId="urn:microsoft.com/office/officeart/2005/8/layout/vProcess5"/>
    <dgm:cxn modelId="{F22E39DD-A57C-44C8-A7B9-CDFA1BF30B10}" type="presParOf" srcId="{E75D9522-55C0-41F9-8D6E-47E495D239C2}" destId="{6FEFF897-4970-42E8-9308-C71970196795}" srcOrd="7" destOrd="0" presId="urn:microsoft.com/office/officeart/2005/8/layout/vProcess5"/>
    <dgm:cxn modelId="{67C90A1D-C758-4930-B1F6-C4EF2FB63483}" type="presParOf" srcId="{E75D9522-55C0-41F9-8D6E-47E495D239C2}" destId="{0832094F-CC7E-492E-B999-D95A55E463E6}" srcOrd="8" destOrd="0" presId="urn:microsoft.com/office/officeart/2005/8/layout/vProcess5"/>
    <dgm:cxn modelId="{D63476DA-BB23-473D-854D-3104303EA540}" type="presParOf" srcId="{E75D9522-55C0-41F9-8D6E-47E495D239C2}" destId="{B03C4F11-F275-4101-9F06-FBD3B081EC28}" srcOrd="9" destOrd="0" presId="urn:microsoft.com/office/officeart/2005/8/layout/vProcess5"/>
    <dgm:cxn modelId="{A0475178-7739-4C78-9C97-82710277D7CD}" type="presParOf" srcId="{E75D9522-55C0-41F9-8D6E-47E495D239C2}" destId="{232AA6CB-64A2-479C-B639-0844817F1822}" srcOrd="10" destOrd="0" presId="urn:microsoft.com/office/officeart/2005/8/layout/vProcess5"/>
    <dgm:cxn modelId="{60609294-4460-4868-AE63-CB54C1A65028}" type="presParOf" srcId="{E75D9522-55C0-41F9-8D6E-47E495D239C2}" destId="{D523C8FC-4530-48ED-80E6-8AFE4E140E3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A3086F-AD5C-4562-9A7D-09CB623185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688796-C308-44D9-B830-39C0C08396F9}">
      <dgm:prSet/>
      <dgm:spPr/>
      <dgm:t>
        <a:bodyPr/>
        <a:lstStyle/>
        <a:p>
          <a:r>
            <a:rPr lang="en-US"/>
            <a:t>From fragmented workflows</a:t>
          </a:r>
        </a:p>
      </dgm:t>
    </dgm:pt>
    <dgm:pt modelId="{90972F75-96AE-4994-A349-8D2BBACCF97E}" type="parTrans" cxnId="{C0E6CED6-7BD5-4D7A-BC8D-D29AA9A6DE58}">
      <dgm:prSet/>
      <dgm:spPr/>
      <dgm:t>
        <a:bodyPr/>
        <a:lstStyle/>
        <a:p>
          <a:endParaRPr lang="en-US"/>
        </a:p>
      </dgm:t>
    </dgm:pt>
    <dgm:pt modelId="{357FF00B-7476-41B4-A3B5-DDB8EA7C90C4}" type="sibTrans" cxnId="{C0E6CED6-7BD5-4D7A-BC8D-D29AA9A6DE58}">
      <dgm:prSet/>
      <dgm:spPr/>
      <dgm:t>
        <a:bodyPr/>
        <a:lstStyle/>
        <a:p>
          <a:endParaRPr lang="en-US"/>
        </a:p>
      </dgm:t>
    </dgm:pt>
    <dgm:pt modelId="{AE9FBB69-5387-49E0-B2D9-D40ED52C324F}">
      <dgm:prSet/>
      <dgm:spPr/>
      <dgm:t>
        <a:bodyPr/>
        <a:lstStyle/>
        <a:p>
          <a:r>
            <a:rPr lang="en-US"/>
            <a:t>To AI-driven continuous lifecycle</a:t>
          </a:r>
        </a:p>
      </dgm:t>
    </dgm:pt>
    <dgm:pt modelId="{9C9FBB1A-3C4D-4090-9549-7CFF7519F361}" type="parTrans" cxnId="{73A7E045-4062-4025-A2DC-6D8CBA919BFD}">
      <dgm:prSet/>
      <dgm:spPr/>
      <dgm:t>
        <a:bodyPr/>
        <a:lstStyle/>
        <a:p>
          <a:endParaRPr lang="en-US"/>
        </a:p>
      </dgm:t>
    </dgm:pt>
    <dgm:pt modelId="{79649D28-CE09-40B4-AA19-1A2CCE976B4E}" type="sibTrans" cxnId="{73A7E045-4062-4025-A2DC-6D8CBA919BFD}">
      <dgm:prSet/>
      <dgm:spPr/>
      <dgm:t>
        <a:bodyPr/>
        <a:lstStyle/>
        <a:p>
          <a:endParaRPr lang="en-US"/>
        </a:p>
      </dgm:t>
    </dgm:pt>
    <dgm:pt modelId="{B311E51A-1E02-46DE-A6AF-822C2498A46E}">
      <dgm:prSet/>
      <dgm:spPr/>
      <dgm:t>
        <a:bodyPr/>
        <a:lstStyle/>
        <a:p>
          <a:r>
            <a:rPr lang="en-US"/>
            <a:t>Prevent issues before the next release</a:t>
          </a:r>
        </a:p>
      </dgm:t>
    </dgm:pt>
    <dgm:pt modelId="{F0BF1672-F82A-4613-B01A-2A8EA9771278}" type="parTrans" cxnId="{426AF3E2-A50A-4B39-B00D-B8F2DD234D05}">
      <dgm:prSet/>
      <dgm:spPr/>
      <dgm:t>
        <a:bodyPr/>
        <a:lstStyle/>
        <a:p>
          <a:endParaRPr lang="en-US"/>
        </a:p>
      </dgm:t>
    </dgm:pt>
    <dgm:pt modelId="{FE5E13C9-F790-49A5-9B07-4C6E6CECAE5A}" type="sibTrans" cxnId="{426AF3E2-A50A-4B39-B00D-B8F2DD234D05}">
      <dgm:prSet/>
      <dgm:spPr/>
      <dgm:t>
        <a:bodyPr/>
        <a:lstStyle/>
        <a:p>
          <a:endParaRPr lang="en-US"/>
        </a:p>
      </dgm:t>
    </dgm:pt>
    <dgm:pt modelId="{E6DD7875-2317-4CD3-9623-A7E2E4F8731C}" type="pres">
      <dgm:prSet presAssocID="{17A3086F-AD5C-4562-9A7D-09CB623185AF}" presName="root" presStyleCnt="0">
        <dgm:presLayoutVars>
          <dgm:dir/>
          <dgm:resizeHandles val="exact"/>
        </dgm:presLayoutVars>
      </dgm:prSet>
      <dgm:spPr/>
    </dgm:pt>
    <dgm:pt modelId="{05DC2C24-BD3F-4F1C-8556-9033A5EB21AA}" type="pres">
      <dgm:prSet presAssocID="{55688796-C308-44D9-B830-39C0C08396F9}" presName="compNode" presStyleCnt="0"/>
      <dgm:spPr/>
    </dgm:pt>
    <dgm:pt modelId="{8879ED34-91FA-4E1C-979D-E89B927AC917}" type="pres">
      <dgm:prSet presAssocID="{55688796-C308-44D9-B830-39C0C08396F9}" presName="bgRect" presStyleLbl="bgShp" presStyleIdx="0" presStyleCnt="3"/>
      <dgm:spPr/>
    </dgm:pt>
    <dgm:pt modelId="{16873114-9D35-4B41-B333-C005F15F7CF9}" type="pres">
      <dgm:prSet presAssocID="{55688796-C308-44D9-B830-39C0C08396F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B9BA3D4-5FB9-489B-81C3-3726F6ADA9AB}" type="pres">
      <dgm:prSet presAssocID="{55688796-C308-44D9-B830-39C0C08396F9}" presName="spaceRect" presStyleCnt="0"/>
      <dgm:spPr/>
    </dgm:pt>
    <dgm:pt modelId="{9F8B4CC6-B191-4AF9-A48E-3F8DCF5BA6DD}" type="pres">
      <dgm:prSet presAssocID="{55688796-C308-44D9-B830-39C0C08396F9}" presName="parTx" presStyleLbl="revTx" presStyleIdx="0" presStyleCnt="3">
        <dgm:presLayoutVars>
          <dgm:chMax val="0"/>
          <dgm:chPref val="0"/>
        </dgm:presLayoutVars>
      </dgm:prSet>
      <dgm:spPr/>
    </dgm:pt>
    <dgm:pt modelId="{642B1ED7-B522-425D-BFB7-B8014EDF80F8}" type="pres">
      <dgm:prSet presAssocID="{357FF00B-7476-41B4-A3B5-DDB8EA7C90C4}" presName="sibTrans" presStyleCnt="0"/>
      <dgm:spPr/>
    </dgm:pt>
    <dgm:pt modelId="{AC1028DF-E48D-44E4-9158-932832F0DD2D}" type="pres">
      <dgm:prSet presAssocID="{AE9FBB69-5387-49E0-B2D9-D40ED52C324F}" presName="compNode" presStyleCnt="0"/>
      <dgm:spPr/>
    </dgm:pt>
    <dgm:pt modelId="{F4C74801-369E-45ED-951B-08AEB2E8D596}" type="pres">
      <dgm:prSet presAssocID="{AE9FBB69-5387-49E0-B2D9-D40ED52C324F}" presName="bgRect" presStyleLbl="bgShp" presStyleIdx="1" presStyleCnt="3"/>
      <dgm:spPr/>
    </dgm:pt>
    <dgm:pt modelId="{6B39C82E-52E2-4B30-8C79-CD7E2206033E}" type="pres">
      <dgm:prSet presAssocID="{AE9FBB69-5387-49E0-B2D9-D40ED52C324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727A226-5E77-483B-BBD8-CF531CD0A561}" type="pres">
      <dgm:prSet presAssocID="{AE9FBB69-5387-49E0-B2D9-D40ED52C324F}" presName="spaceRect" presStyleCnt="0"/>
      <dgm:spPr/>
    </dgm:pt>
    <dgm:pt modelId="{8BF3368C-A224-492A-8494-4907BC2B4D8F}" type="pres">
      <dgm:prSet presAssocID="{AE9FBB69-5387-49E0-B2D9-D40ED52C324F}" presName="parTx" presStyleLbl="revTx" presStyleIdx="1" presStyleCnt="3">
        <dgm:presLayoutVars>
          <dgm:chMax val="0"/>
          <dgm:chPref val="0"/>
        </dgm:presLayoutVars>
      </dgm:prSet>
      <dgm:spPr/>
    </dgm:pt>
    <dgm:pt modelId="{AD6DAB06-5C44-4589-BA69-57D4DBDAC763}" type="pres">
      <dgm:prSet presAssocID="{79649D28-CE09-40B4-AA19-1A2CCE976B4E}" presName="sibTrans" presStyleCnt="0"/>
      <dgm:spPr/>
    </dgm:pt>
    <dgm:pt modelId="{3EA95A38-C8EA-453E-8488-B6B4A90EA23F}" type="pres">
      <dgm:prSet presAssocID="{B311E51A-1E02-46DE-A6AF-822C2498A46E}" presName="compNode" presStyleCnt="0"/>
      <dgm:spPr/>
    </dgm:pt>
    <dgm:pt modelId="{FB967CD2-49EC-4BA1-A372-3E0FB223A3D4}" type="pres">
      <dgm:prSet presAssocID="{B311E51A-1E02-46DE-A6AF-822C2498A46E}" presName="bgRect" presStyleLbl="bgShp" presStyleIdx="2" presStyleCnt="3"/>
      <dgm:spPr/>
    </dgm:pt>
    <dgm:pt modelId="{AF96C859-986A-4837-99D8-06048F054599}" type="pres">
      <dgm:prSet presAssocID="{B311E51A-1E02-46DE-A6AF-822C2498A46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A1E0725-519D-4D8D-A0F2-1A9C56A70645}" type="pres">
      <dgm:prSet presAssocID="{B311E51A-1E02-46DE-A6AF-822C2498A46E}" presName="spaceRect" presStyleCnt="0"/>
      <dgm:spPr/>
    </dgm:pt>
    <dgm:pt modelId="{EE517C49-E6B4-4855-B38D-A34602DF18E3}" type="pres">
      <dgm:prSet presAssocID="{B311E51A-1E02-46DE-A6AF-822C2498A46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B26571F-4064-44F5-838D-0E746A70B714}" type="presOf" srcId="{17A3086F-AD5C-4562-9A7D-09CB623185AF}" destId="{E6DD7875-2317-4CD3-9623-A7E2E4F8731C}" srcOrd="0" destOrd="0" presId="urn:microsoft.com/office/officeart/2018/2/layout/IconVerticalSolidList"/>
    <dgm:cxn modelId="{9484EB3A-EFBA-48D6-B2CE-45D45BF2CADE}" type="presOf" srcId="{B311E51A-1E02-46DE-A6AF-822C2498A46E}" destId="{EE517C49-E6B4-4855-B38D-A34602DF18E3}" srcOrd="0" destOrd="0" presId="urn:microsoft.com/office/officeart/2018/2/layout/IconVerticalSolidList"/>
    <dgm:cxn modelId="{73A7E045-4062-4025-A2DC-6D8CBA919BFD}" srcId="{17A3086F-AD5C-4562-9A7D-09CB623185AF}" destId="{AE9FBB69-5387-49E0-B2D9-D40ED52C324F}" srcOrd="1" destOrd="0" parTransId="{9C9FBB1A-3C4D-4090-9549-7CFF7519F361}" sibTransId="{79649D28-CE09-40B4-AA19-1A2CCE976B4E}"/>
    <dgm:cxn modelId="{08EDE273-C500-49B7-B011-899932ED791B}" type="presOf" srcId="{AE9FBB69-5387-49E0-B2D9-D40ED52C324F}" destId="{8BF3368C-A224-492A-8494-4907BC2B4D8F}" srcOrd="0" destOrd="0" presId="urn:microsoft.com/office/officeart/2018/2/layout/IconVerticalSolidList"/>
    <dgm:cxn modelId="{0EE762C7-B672-4155-A596-661832BECA95}" type="presOf" srcId="{55688796-C308-44D9-B830-39C0C08396F9}" destId="{9F8B4CC6-B191-4AF9-A48E-3F8DCF5BA6DD}" srcOrd="0" destOrd="0" presId="urn:microsoft.com/office/officeart/2018/2/layout/IconVerticalSolidList"/>
    <dgm:cxn modelId="{C0E6CED6-7BD5-4D7A-BC8D-D29AA9A6DE58}" srcId="{17A3086F-AD5C-4562-9A7D-09CB623185AF}" destId="{55688796-C308-44D9-B830-39C0C08396F9}" srcOrd="0" destOrd="0" parTransId="{90972F75-96AE-4994-A349-8D2BBACCF97E}" sibTransId="{357FF00B-7476-41B4-A3B5-DDB8EA7C90C4}"/>
    <dgm:cxn modelId="{426AF3E2-A50A-4B39-B00D-B8F2DD234D05}" srcId="{17A3086F-AD5C-4562-9A7D-09CB623185AF}" destId="{B311E51A-1E02-46DE-A6AF-822C2498A46E}" srcOrd="2" destOrd="0" parTransId="{F0BF1672-F82A-4613-B01A-2A8EA9771278}" sibTransId="{FE5E13C9-F790-49A5-9B07-4C6E6CECAE5A}"/>
    <dgm:cxn modelId="{E56AC542-A19B-49AA-998E-7B7646567FFC}" type="presParOf" srcId="{E6DD7875-2317-4CD3-9623-A7E2E4F8731C}" destId="{05DC2C24-BD3F-4F1C-8556-9033A5EB21AA}" srcOrd="0" destOrd="0" presId="urn:microsoft.com/office/officeart/2018/2/layout/IconVerticalSolidList"/>
    <dgm:cxn modelId="{052986EF-393E-45DD-A074-E306BA29E7C1}" type="presParOf" srcId="{05DC2C24-BD3F-4F1C-8556-9033A5EB21AA}" destId="{8879ED34-91FA-4E1C-979D-E89B927AC917}" srcOrd="0" destOrd="0" presId="urn:microsoft.com/office/officeart/2018/2/layout/IconVerticalSolidList"/>
    <dgm:cxn modelId="{44927D86-3BBD-4DBC-9231-FBAC98733F09}" type="presParOf" srcId="{05DC2C24-BD3F-4F1C-8556-9033A5EB21AA}" destId="{16873114-9D35-4B41-B333-C005F15F7CF9}" srcOrd="1" destOrd="0" presId="urn:microsoft.com/office/officeart/2018/2/layout/IconVerticalSolidList"/>
    <dgm:cxn modelId="{6FB2F65A-ED0F-490C-A2A0-9402C08CC351}" type="presParOf" srcId="{05DC2C24-BD3F-4F1C-8556-9033A5EB21AA}" destId="{9B9BA3D4-5FB9-489B-81C3-3726F6ADA9AB}" srcOrd="2" destOrd="0" presId="urn:microsoft.com/office/officeart/2018/2/layout/IconVerticalSolidList"/>
    <dgm:cxn modelId="{96DF4758-AF1F-4BE0-A26A-890FC94A556E}" type="presParOf" srcId="{05DC2C24-BD3F-4F1C-8556-9033A5EB21AA}" destId="{9F8B4CC6-B191-4AF9-A48E-3F8DCF5BA6DD}" srcOrd="3" destOrd="0" presId="urn:microsoft.com/office/officeart/2018/2/layout/IconVerticalSolidList"/>
    <dgm:cxn modelId="{555B5793-5A8D-4EC4-8A32-740DECE0F83D}" type="presParOf" srcId="{E6DD7875-2317-4CD3-9623-A7E2E4F8731C}" destId="{642B1ED7-B522-425D-BFB7-B8014EDF80F8}" srcOrd="1" destOrd="0" presId="urn:microsoft.com/office/officeart/2018/2/layout/IconVerticalSolidList"/>
    <dgm:cxn modelId="{D684AF81-C9C7-4EAC-B1C0-1A9FD4643461}" type="presParOf" srcId="{E6DD7875-2317-4CD3-9623-A7E2E4F8731C}" destId="{AC1028DF-E48D-44E4-9158-932832F0DD2D}" srcOrd="2" destOrd="0" presId="urn:microsoft.com/office/officeart/2018/2/layout/IconVerticalSolidList"/>
    <dgm:cxn modelId="{F8264689-75DC-418E-83B5-F2A915FF6019}" type="presParOf" srcId="{AC1028DF-E48D-44E4-9158-932832F0DD2D}" destId="{F4C74801-369E-45ED-951B-08AEB2E8D596}" srcOrd="0" destOrd="0" presId="urn:microsoft.com/office/officeart/2018/2/layout/IconVerticalSolidList"/>
    <dgm:cxn modelId="{EB772F32-B29E-4347-B462-A572B80BEAF8}" type="presParOf" srcId="{AC1028DF-E48D-44E4-9158-932832F0DD2D}" destId="{6B39C82E-52E2-4B30-8C79-CD7E2206033E}" srcOrd="1" destOrd="0" presId="urn:microsoft.com/office/officeart/2018/2/layout/IconVerticalSolidList"/>
    <dgm:cxn modelId="{91497F14-F4B3-4D02-B113-3DC44B2E743F}" type="presParOf" srcId="{AC1028DF-E48D-44E4-9158-932832F0DD2D}" destId="{9727A226-5E77-483B-BBD8-CF531CD0A561}" srcOrd="2" destOrd="0" presId="urn:microsoft.com/office/officeart/2018/2/layout/IconVerticalSolidList"/>
    <dgm:cxn modelId="{08989396-C896-456F-8EEB-D457F78C5443}" type="presParOf" srcId="{AC1028DF-E48D-44E4-9158-932832F0DD2D}" destId="{8BF3368C-A224-492A-8494-4907BC2B4D8F}" srcOrd="3" destOrd="0" presId="urn:microsoft.com/office/officeart/2018/2/layout/IconVerticalSolidList"/>
    <dgm:cxn modelId="{7D900C1C-75FC-4EF5-8DD1-DE52807913E3}" type="presParOf" srcId="{E6DD7875-2317-4CD3-9623-A7E2E4F8731C}" destId="{AD6DAB06-5C44-4589-BA69-57D4DBDAC763}" srcOrd="3" destOrd="0" presId="urn:microsoft.com/office/officeart/2018/2/layout/IconVerticalSolidList"/>
    <dgm:cxn modelId="{FDBBF410-3EC4-4309-9E35-CE000545682B}" type="presParOf" srcId="{E6DD7875-2317-4CD3-9623-A7E2E4F8731C}" destId="{3EA95A38-C8EA-453E-8488-B6B4A90EA23F}" srcOrd="4" destOrd="0" presId="urn:microsoft.com/office/officeart/2018/2/layout/IconVerticalSolidList"/>
    <dgm:cxn modelId="{A26374CE-4F99-4045-B128-FBE5F402688C}" type="presParOf" srcId="{3EA95A38-C8EA-453E-8488-B6B4A90EA23F}" destId="{FB967CD2-49EC-4BA1-A372-3E0FB223A3D4}" srcOrd="0" destOrd="0" presId="urn:microsoft.com/office/officeart/2018/2/layout/IconVerticalSolidList"/>
    <dgm:cxn modelId="{2E15A11C-C99F-4D65-942E-F62C2F6669B5}" type="presParOf" srcId="{3EA95A38-C8EA-453E-8488-B6B4A90EA23F}" destId="{AF96C859-986A-4837-99D8-06048F054599}" srcOrd="1" destOrd="0" presId="urn:microsoft.com/office/officeart/2018/2/layout/IconVerticalSolidList"/>
    <dgm:cxn modelId="{238A97FB-8D27-40F7-AD81-4518819E9D88}" type="presParOf" srcId="{3EA95A38-C8EA-453E-8488-B6B4A90EA23F}" destId="{9A1E0725-519D-4D8D-A0F2-1A9C56A70645}" srcOrd="2" destOrd="0" presId="urn:microsoft.com/office/officeart/2018/2/layout/IconVerticalSolidList"/>
    <dgm:cxn modelId="{C36419F0-7745-4615-977F-86601C616F01}" type="presParOf" srcId="{3EA95A38-C8EA-453E-8488-B6B4A90EA23F}" destId="{EE517C49-E6B4-4855-B38D-A34602DF18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228E2-BC24-4FCC-B83D-7195875FB458}">
      <dsp:nvSpPr>
        <dsp:cNvPr id="0" name=""/>
        <dsp:cNvSpPr/>
      </dsp:nvSpPr>
      <dsp:spPr>
        <a:xfrm>
          <a:off x="753763" y="273613"/>
          <a:ext cx="1058091" cy="1058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8A12B-8792-490D-9A6C-57B48B17831D}">
      <dsp:nvSpPr>
        <dsp:cNvPr id="0" name=""/>
        <dsp:cNvSpPr/>
      </dsp:nvSpPr>
      <dsp:spPr>
        <a:xfrm>
          <a:off x="107151" y="1651561"/>
          <a:ext cx="235131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Lifecycle-aware AI orchestrator</a:t>
          </a:r>
        </a:p>
      </dsp:txBody>
      <dsp:txXfrm>
        <a:off x="107151" y="1651561"/>
        <a:ext cx="2351314" cy="720000"/>
      </dsp:txXfrm>
    </dsp:sp>
    <dsp:sp modelId="{B3675AA7-9772-4086-BEAB-557C178C88E1}">
      <dsp:nvSpPr>
        <dsp:cNvPr id="0" name=""/>
        <dsp:cNvSpPr/>
      </dsp:nvSpPr>
      <dsp:spPr>
        <a:xfrm>
          <a:off x="3516557" y="273613"/>
          <a:ext cx="1058091" cy="1058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9626FE-FBE4-4584-91E7-63012B73F9B3}">
      <dsp:nvSpPr>
        <dsp:cNvPr id="0" name=""/>
        <dsp:cNvSpPr/>
      </dsp:nvSpPr>
      <dsp:spPr>
        <a:xfrm>
          <a:off x="2869946" y="1651561"/>
          <a:ext cx="235131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Multi-agent engineering intelligence</a:t>
          </a:r>
        </a:p>
      </dsp:txBody>
      <dsp:txXfrm>
        <a:off x="2869946" y="1651561"/>
        <a:ext cx="2351314" cy="720000"/>
      </dsp:txXfrm>
    </dsp:sp>
    <dsp:sp modelId="{31E56925-A243-43EB-A991-A1CF98FEB2FA}">
      <dsp:nvSpPr>
        <dsp:cNvPr id="0" name=""/>
        <dsp:cNvSpPr/>
      </dsp:nvSpPr>
      <dsp:spPr>
        <a:xfrm>
          <a:off x="753763" y="2959390"/>
          <a:ext cx="1058091" cy="1058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994F9-4EB9-4233-A67F-62A16E6B0B2F}">
      <dsp:nvSpPr>
        <dsp:cNvPr id="0" name=""/>
        <dsp:cNvSpPr/>
      </dsp:nvSpPr>
      <dsp:spPr>
        <a:xfrm>
          <a:off x="107151" y="4337338"/>
          <a:ext cx="235131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Continuous QA feedback loop</a:t>
          </a:r>
        </a:p>
      </dsp:txBody>
      <dsp:txXfrm>
        <a:off x="107151" y="4337338"/>
        <a:ext cx="2351314" cy="720000"/>
      </dsp:txXfrm>
    </dsp:sp>
    <dsp:sp modelId="{1B4B5490-5C50-48B0-8303-D3714B49A34D}">
      <dsp:nvSpPr>
        <dsp:cNvPr id="0" name=""/>
        <dsp:cNvSpPr/>
      </dsp:nvSpPr>
      <dsp:spPr>
        <a:xfrm>
          <a:off x="3516557" y="2959390"/>
          <a:ext cx="1058091" cy="1058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9DE3E-B715-4F8E-AE7E-A7EB73CAF7BE}">
      <dsp:nvSpPr>
        <dsp:cNvPr id="0" name=""/>
        <dsp:cNvSpPr/>
      </dsp:nvSpPr>
      <dsp:spPr>
        <a:xfrm>
          <a:off x="2869946" y="4337338"/>
          <a:ext cx="235131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Governance built-in</a:t>
          </a:r>
        </a:p>
      </dsp:txBody>
      <dsp:txXfrm>
        <a:off x="2869946" y="4337338"/>
        <a:ext cx="235131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6C1EF-658A-4D5E-AEEE-A1B7750CA9CF}">
      <dsp:nvSpPr>
        <dsp:cNvPr id="0" name=""/>
        <dsp:cNvSpPr/>
      </dsp:nvSpPr>
      <dsp:spPr>
        <a:xfrm>
          <a:off x="1159240" y="1589"/>
          <a:ext cx="4636960" cy="16295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70" tIns="413902" rIns="89970" bIns="41390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Detect RTOS &amp; config changes</a:t>
          </a:r>
        </a:p>
      </dsp:txBody>
      <dsp:txXfrm>
        <a:off x="1159240" y="1589"/>
        <a:ext cx="4636960" cy="1629533"/>
      </dsp:txXfrm>
    </dsp:sp>
    <dsp:sp modelId="{BC8CED05-7493-4FAB-B127-371667068CFE}">
      <dsp:nvSpPr>
        <dsp:cNvPr id="0" name=""/>
        <dsp:cNvSpPr/>
      </dsp:nvSpPr>
      <dsp:spPr>
        <a:xfrm>
          <a:off x="0" y="1589"/>
          <a:ext cx="1159240" cy="16295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43" tIns="160962" rIns="61343" bIns="16096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Detect</a:t>
          </a:r>
        </a:p>
      </dsp:txBody>
      <dsp:txXfrm>
        <a:off x="0" y="1589"/>
        <a:ext cx="1159240" cy="1629533"/>
      </dsp:txXfrm>
    </dsp:sp>
    <dsp:sp modelId="{DBBBE9AD-32A8-49F0-87D9-52D0D9DB83B1}">
      <dsp:nvSpPr>
        <dsp:cNvPr id="0" name=""/>
        <dsp:cNvSpPr/>
      </dsp:nvSpPr>
      <dsp:spPr>
        <a:xfrm>
          <a:off x="1159240" y="1728895"/>
          <a:ext cx="4636960" cy="1629533"/>
        </a:xfrm>
        <a:prstGeom prst="rect">
          <a:avLst/>
        </a:prstGeom>
        <a:solidFill>
          <a:schemeClr val="accent2">
            <a:hueOff val="977227"/>
            <a:satOff val="-15767"/>
            <a:lumOff val="-2745"/>
            <a:alphaOff val="0"/>
          </a:schemeClr>
        </a:solidFill>
        <a:ln w="10795" cap="flat" cmpd="sng" algn="ctr">
          <a:solidFill>
            <a:schemeClr val="accent2">
              <a:hueOff val="977227"/>
              <a:satOff val="-15767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70" tIns="413902" rIns="89970" bIns="41390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Analyze scheduling and timing impacts</a:t>
          </a:r>
        </a:p>
      </dsp:txBody>
      <dsp:txXfrm>
        <a:off x="1159240" y="1728895"/>
        <a:ext cx="4636960" cy="1629533"/>
      </dsp:txXfrm>
    </dsp:sp>
    <dsp:sp modelId="{0FD0C948-45C5-4E54-9AFC-FBD10DA2DBC4}">
      <dsp:nvSpPr>
        <dsp:cNvPr id="0" name=""/>
        <dsp:cNvSpPr/>
      </dsp:nvSpPr>
      <dsp:spPr>
        <a:xfrm>
          <a:off x="0" y="1728895"/>
          <a:ext cx="1159240" cy="16295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977227"/>
              <a:satOff val="-15767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43" tIns="160962" rIns="61343" bIns="16096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Analyze</a:t>
          </a:r>
        </a:p>
      </dsp:txBody>
      <dsp:txXfrm>
        <a:off x="0" y="1728895"/>
        <a:ext cx="1159240" cy="1629533"/>
      </dsp:txXfrm>
    </dsp:sp>
    <dsp:sp modelId="{51A18145-69D9-45F0-8F09-03C16145A469}">
      <dsp:nvSpPr>
        <dsp:cNvPr id="0" name=""/>
        <dsp:cNvSpPr/>
      </dsp:nvSpPr>
      <dsp:spPr>
        <a:xfrm>
          <a:off x="1159240" y="3456200"/>
          <a:ext cx="4636960" cy="1629533"/>
        </a:xfrm>
        <a:prstGeom prst="rect">
          <a:avLst/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accent2">
              <a:hueOff val="1954454"/>
              <a:satOff val="-31534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70" tIns="413902" rIns="89970" bIns="41390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Flag system-level risks early</a:t>
          </a:r>
        </a:p>
      </dsp:txBody>
      <dsp:txXfrm>
        <a:off x="1159240" y="3456200"/>
        <a:ext cx="4636960" cy="1629533"/>
      </dsp:txXfrm>
    </dsp:sp>
    <dsp:sp modelId="{7AB6E1BB-5463-4046-8F4B-0F22DE5E1DF6}">
      <dsp:nvSpPr>
        <dsp:cNvPr id="0" name=""/>
        <dsp:cNvSpPr/>
      </dsp:nvSpPr>
      <dsp:spPr>
        <a:xfrm>
          <a:off x="0" y="3456200"/>
          <a:ext cx="1159240" cy="16295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1954454"/>
              <a:satOff val="-31534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43" tIns="160962" rIns="61343" bIns="16096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Flag</a:t>
          </a:r>
        </a:p>
      </dsp:txBody>
      <dsp:txXfrm>
        <a:off x="0" y="3456200"/>
        <a:ext cx="1159240" cy="16295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B5CD8-D25C-44FE-AA6B-8AD089A1DBA4}">
      <dsp:nvSpPr>
        <dsp:cNvPr id="0" name=""/>
        <dsp:cNvSpPr/>
      </dsp:nvSpPr>
      <dsp:spPr>
        <a:xfrm>
          <a:off x="0" y="650"/>
          <a:ext cx="5328412" cy="1522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63ACF-02B0-42D9-AB05-D9E97CF03DD7}">
      <dsp:nvSpPr>
        <dsp:cNvPr id="0" name=""/>
        <dsp:cNvSpPr/>
      </dsp:nvSpPr>
      <dsp:spPr>
        <a:xfrm>
          <a:off x="460634" y="343271"/>
          <a:ext cx="837516" cy="837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A8AA2-6477-4344-BF1F-672A5DABC7ED}">
      <dsp:nvSpPr>
        <dsp:cNvPr id="0" name=""/>
        <dsp:cNvSpPr/>
      </dsp:nvSpPr>
      <dsp:spPr>
        <a:xfrm>
          <a:off x="1758784" y="650"/>
          <a:ext cx="3569627" cy="1522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58" tIns="161158" rIns="161158" bIns="161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Validates readiness before release</a:t>
          </a:r>
        </a:p>
      </dsp:txBody>
      <dsp:txXfrm>
        <a:off x="1758784" y="650"/>
        <a:ext cx="3569627" cy="1522757"/>
      </dsp:txXfrm>
    </dsp:sp>
    <dsp:sp modelId="{DF03F708-D1DA-44D6-B029-EAB655E0A23B}">
      <dsp:nvSpPr>
        <dsp:cNvPr id="0" name=""/>
        <dsp:cNvSpPr/>
      </dsp:nvSpPr>
      <dsp:spPr>
        <a:xfrm>
          <a:off x="0" y="1904097"/>
          <a:ext cx="5328412" cy="1522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CD7C52-B049-4901-B8DE-70330DEFEAF7}">
      <dsp:nvSpPr>
        <dsp:cNvPr id="0" name=""/>
        <dsp:cNvSpPr/>
      </dsp:nvSpPr>
      <dsp:spPr>
        <a:xfrm>
          <a:off x="460634" y="2246717"/>
          <a:ext cx="837516" cy="837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5E8E4-C322-41C4-832B-9752267B798D}">
      <dsp:nvSpPr>
        <dsp:cNvPr id="0" name=""/>
        <dsp:cNvSpPr/>
      </dsp:nvSpPr>
      <dsp:spPr>
        <a:xfrm>
          <a:off x="1758784" y="1904097"/>
          <a:ext cx="3569627" cy="1522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58" tIns="161158" rIns="161158" bIns="161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Structured verdict: READY / NOT_READY</a:t>
          </a:r>
        </a:p>
      </dsp:txBody>
      <dsp:txXfrm>
        <a:off x="1758784" y="1904097"/>
        <a:ext cx="3569627" cy="1522757"/>
      </dsp:txXfrm>
    </dsp:sp>
    <dsp:sp modelId="{9F7396FC-E557-4B79-922B-C703E8573B48}">
      <dsp:nvSpPr>
        <dsp:cNvPr id="0" name=""/>
        <dsp:cNvSpPr/>
      </dsp:nvSpPr>
      <dsp:spPr>
        <a:xfrm>
          <a:off x="0" y="3807543"/>
          <a:ext cx="5328412" cy="1522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E1F19-0C8D-474D-8B4D-D5DCB0EA3AEE}">
      <dsp:nvSpPr>
        <dsp:cNvPr id="0" name=""/>
        <dsp:cNvSpPr/>
      </dsp:nvSpPr>
      <dsp:spPr>
        <a:xfrm>
          <a:off x="460634" y="4150164"/>
          <a:ext cx="837516" cy="837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8AD01-7E81-44F0-AA81-F807A3C25C81}">
      <dsp:nvSpPr>
        <dsp:cNvPr id="0" name=""/>
        <dsp:cNvSpPr/>
      </dsp:nvSpPr>
      <dsp:spPr>
        <a:xfrm>
          <a:off x="1758784" y="3807543"/>
          <a:ext cx="3569627" cy="1522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58" tIns="161158" rIns="161158" bIns="161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Clear remediation actions</a:t>
          </a:r>
        </a:p>
      </dsp:txBody>
      <dsp:txXfrm>
        <a:off x="1758784" y="3807543"/>
        <a:ext cx="3569627" cy="15227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66BC6-5E46-49B1-A2FF-13C6732FB80F}">
      <dsp:nvSpPr>
        <dsp:cNvPr id="0" name=""/>
        <dsp:cNvSpPr/>
      </dsp:nvSpPr>
      <dsp:spPr>
        <a:xfrm>
          <a:off x="0" y="1275743"/>
          <a:ext cx="1811312" cy="253583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17" tIns="330200" rIns="1412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Analyze QA failures</a:t>
          </a:r>
        </a:p>
      </dsp:txBody>
      <dsp:txXfrm>
        <a:off x="0" y="2239361"/>
        <a:ext cx="1811312" cy="1521502"/>
      </dsp:txXfrm>
    </dsp:sp>
    <dsp:sp modelId="{A722AD0D-2D50-48C1-8231-97829DB0CB2E}">
      <dsp:nvSpPr>
        <dsp:cNvPr id="0" name=""/>
        <dsp:cNvSpPr/>
      </dsp:nvSpPr>
      <dsp:spPr>
        <a:xfrm>
          <a:off x="525280" y="1529326"/>
          <a:ext cx="760751" cy="76075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11" tIns="12700" rIns="59311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1</a:t>
          </a:r>
        </a:p>
      </dsp:txBody>
      <dsp:txXfrm>
        <a:off x="636689" y="1640735"/>
        <a:ext cx="537933" cy="537933"/>
      </dsp:txXfrm>
    </dsp:sp>
    <dsp:sp modelId="{CCB137EF-FAE4-45FF-8693-BFB22B70EB33}">
      <dsp:nvSpPr>
        <dsp:cNvPr id="0" name=""/>
        <dsp:cNvSpPr/>
      </dsp:nvSpPr>
      <dsp:spPr>
        <a:xfrm>
          <a:off x="0" y="3811508"/>
          <a:ext cx="1811312" cy="72"/>
        </a:xfrm>
        <a:prstGeom prst="rect">
          <a:avLst/>
        </a:prstGeom>
        <a:solidFill>
          <a:schemeClr val="accent5">
            <a:hueOff val="2235664"/>
            <a:satOff val="-1927"/>
            <a:lumOff val="2549"/>
            <a:alphaOff val="0"/>
          </a:schemeClr>
        </a:solidFill>
        <a:ln w="10795" cap="flat" cmpd="sng" algn="ctr">
          <a:solidFill>
            <a:schemeClr val="accent5">
              <a:hueOff val="2235664"/>
              <a:satOff val="-1927"/>
              <a:lumOff val="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CEEBF-E281-4C16-BDA8-7C42E6C9BF04}">
      <dsp:nvSpPr>
        <dsp:cNvPr id="0" name=""/>
        <dsp:cNvSpPr/>
      </dsp:nvSpPr>
      <dsp:spPr>
        <a:xfrm>
          <a:off x="1992443" y="1275743"/>
          <a:ext cx="1811312" cy="2535837"/>
        </a:xfrm>
        <a:prstGeom prst="rect">
          <a:avLst/>
        </a:prstGeom>
        <a:solidFill>
          <a:schemeClr val="accent5">
            <a:tint val="40000"/>
            <a:alpha val="90000"/>
            <a:hueOff val="5783681"/>
            <a:satOff val="10001"/>
            <a:lumOff val="1236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5783681"/>
              <a:satOff val="10001"/>
              <a:lumOff val="123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17" tIns="330200" rIns="1412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Extract root causes</a:t>
          </a:r>
        </a:p>
      </dsp:txBody>
      <dsp:txXfrm>
        <a:off x="1992443" y="2239361"/>
        <a:ext cx="1811312" cy="1521502"/>
      </dsp:txXfrm>
    </dsp:sp>
    <dsp:sp modelId="{5E829BE8-24B2-4007-B658-96E5F95F1DC8}">
      <dsp:nvSpPr>
        <dsp:cNvPr id="0" name=""/>
        <dsp:cNvSpPr/>
      </dsp:nvSpPr>
      <dsp:spPr>
        <a:xfrm>
          <a:off x="2517724" y="1529326"/>
          <a:ext cx="760751" cy="760751"/>
        </a:xfrm>
        <a:prstGeom prst="ellipse">
          <a:avLst/>
        </a:prstGeom>
        <a:solidFill>
          <a:schemeClr val="accent5">
            <a:hueOff val="4471328"/>
            <a:satOff val="-3854"/>
            <a:lumOff val="5098"/>
            <a:alphaOff val="0"/>
          </a:schemeClr>
        </a:solidFill>
        <a:ln w="10795" cap="flat" cmpd="sng" algn="ctr">
          <a:solidFill>
            <a:schemeClr val="accent5">
              <a:hueOff val="4471328"/>
              <a:satOff val="-3854"/>
              <a:lumOff val="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11" tIns="12700" rIns="59311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2</a:t>
          </a:r>
        </a:p>
      </dsp:txBody>
      <dsp:txXfrm>
        <a:off x="2629133" y="1640735"/>
        <a:ext cx="537933" cy="537933"/>
      </dsp:txXfrm>
    </dsp:sp>
    <dsp:sp modelId="{657F83B2-1F71-4FB9-A7AE-9130D7E2257F}">
      <dsp:nvSpPr>
        <dsp:cNvPr id="0" name=""/>
        <dsp:cNvSpPr/>
      </dsp:nvSpPr>
      <dsp:spPr>
        <a:xfrm>
          <a:off x="1992443" y="3811508"/>
          <a:ext cx="1811312" cy="72"/>
        </a:xfrm>
        <a:prstGeom prst="rect">
          <a:avLst/>
        </a:prstGeom>
        <a:solidFill>
          <a:schemeClr val="accent5">
            <a:hueOff val="6706992"/>
            <a:satOff val="-5780"/>
            <a:lumOff val="7648"/>
            <a:alphaOff val="0"/>
          </a:schemeClr>
        </a:solidFill>
        <a:ln w="10795" cap="flat" cmpd="sng" algn="ctr">
          <a:solidFill>
            <a:schemeClr val="accent5">
              <a:hueOff val="6706992"/>
              <a:satOff val="-5780"/>
              <a:lumOff val="76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D3621-0A5E-430B-AFCE-509DCA4F99BF}">
      <dsp:nvSpPr>
        <dsp:cNvPr id="0" name=""/>
        <dsp:cNvSpPr/>
      </dsp:nvSpPr>
      <dsp:spPr>
        <a:xfrm>
          <a:off x="3984887" y="1275743"/>
          <a:ext cx="1811312" cy="2535837"/>
        </a:xfrm>
        <a:prstGeom prst="rect">
          <a:avLst/>
        </a:prstGeom>
        <a:solidFill>
          <a:schemeClr val="accent5">
            <a:tint val="40000"/>
            <a:alpha val="90000"/>
            <a:hueOff val="11567362"/>
            <a:satOff val="20002"/>
            <a:lumOff val="2473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11567362"/>
              <a:satOff val="20002"/>
              <a:lumOff val="24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17" tIns="330200" rIns="1412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Generate next-release improvements</a:t>
          </a:r>
        </a:p>
      </dsp:txBody>
      <dsp:txXfrm>
        <a:off x="3984887" y="2239361"/>
        <a:ext cx="1811312" cy="1521502"/>
      </dsp:txXfrm>
    </dsp:sp>
    <dsp:sp modelId="{761DB589-9C38-4683-8239-C907FF4BB61A}">
      <dsp:nvSpPr>
        <dsp:cNvPr id="0" name=""/>
        <dsp:cNvSpPr/>
      </dsp:nvSpPr>
      <dsp:spPr>
        <a:xfrm>
          <a:off x="4510168" y="1529326"/>
          <a:ext cx="760751" cy="760751"/>
        </a:xfrm>
        <a:prstGeom prst="ellipse">
          <a:avLst/>
        </a:prstGeom>
        <a:solidFill>
          <a:schemeClr val="accent5">
            <a:hueOff val="8942655"/>
            <a:satOff val="-7707"/>
            <a:lumOff val="10197"/>
            <a:alphaOff val="0"/>
          </a:schemeClr>
        </a:solidFill>
        <a:ln w="10795" cap="flat" cmpd="sng" algn="ctr">
          <a:solidFill>
            <a:schemeClr val="accent5">
              <a:hueOff val="8942655"/>
              <a:satOff val="-7707"/>
              <a:lumOff val="101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311" tIns="12700" rIns="59311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3</a:t>
          </a:r>
        </a:p>
      </dsp:txBody>
      <dsp:txXfrm>
        <a:off x="4621577" y="1640735"/>
        <a:ext cx="537933" cy="537933"/>
      </dsp:txXfrm>
    </dsp:sp>
    <dsp:sp modelId="{54342242-E04D-4769-9EA4-F9AB9CC6053C}">
      <dsp:nvSpPr>
        <dsp:cNvPr id="0" name=""/>
        <dsp:cNvSpPr/>
      </dsp:nvSpPr>
      <dsp:spPr>
        <a:xfrm>
          <a:off x="3984887" y="3811508"/>
          <a:ext cx="1811312" cy="72"/>
        </a:xfrm>
        <a:prstGeom prst="rect">
          <a:avLst/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 w="10795" cap="flat" cmpd="sng" algn="ctr">
          <a:solidFill>
            <a:schemeClr val="accent5">
              <a:hueOff val="11178319"/>
              <a:satOff val="-9634"/>
              <a:lumOff val="127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9376E-820C-49A4-B1AC-BC73C3F787D4}">
      <dsp:nvSpPr>
        <dsp:cNvPr id="0" name=""/>
        <dsp:cNvSpPr/>
      </dsp:nvSpPr>
      <dsp:spPr>
        <a:xfrm>
          <a:off x="806690" y="20319"/>
          <a:ext cx="1269562" cy="126956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270F1-CD8E-440B-A51B-4506B0E1EBC6}">
      <dsp:nvSpPr>
        <dsp:cNvPr id="0" name=""/>
        <dsp:cNvSpPr/>
      </dsp:nvSpPr>
      <dsp:spPr>
        <a:xfrm>
          <a:off x="1077252" y="290882"/>
          <a:ext cx="728437" cy="728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86B86-1F6B-4081-ADD0-927E78F25F62}">
      <dsp:nvSpPr>
        <dsp:cNvPr id="0" name=""/>
        <dsp:cNvSpPr/>
      </dsp:nvSpPr>
      <dsp:spPr>
        <a:xfrm>
          <a:off x="400846" y="1685319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Change → Impact Analysis</a:t>
          </a:r>
        </a:p>
      </dsp:txBody>
      <dsp:txXfrm>
        <a:off x="400846" y="1685319"/>
        <a:ext cx="2081250" cy="720000"/>
      </dsp:txXfrm>
    </dsp:sp>
    <dsp:sp modelId="{9F94244B-03F3-4290-91C5-85A874233185}">
      <dsp:nvSpPr>
        <dsp:cNvPr id="0" name=""/>
        <dsp:cNvSpPr/>
      </dsp:nvSpPr>
      <dsp:spPr>
        <a:xfrm>
          <a:off x="3252159" y="20319"/>
          <a:ext cx="1269562" cy="126956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32C23-35E6-4626-B627-EBC51DDDC428}">
      <dsp:nvSpPr>
        <dsp:cNvPr id="0" name=""/>
        <dsp:cNvSpPr/>
      </dsp:nvSpPr>
      <dsp:spPr>
        <a:xfrm>
          <a:off x="3522721" y="290882"/>
          <a:ext cx="728437" cy="728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EEA3C-58EA-46FC-A8B3-324D83274E8F}">
      <dsp:nvSpPr>
        <dsp:cNvPr id="0" name=""/>
        <dsp:cNvSpPr/>
      </dsp:nvSpPr>
      <dsp:spPr>
        <a:xfrm>
          <a:off x="2846315" y="1685319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Impact → Release Decision</a:t>
          </a:r>
        </a:p>
      </dsp:txBody>
      <dsp:txXfrm>
        <a:off x="2846315" y="1685319"/>
        <a:ext cx="2081250" cy="720000"/>
      </dsp:txXfrm>
    </dsp:sp>
    <dsp:sp modelId="{2E91232A-7F2E-4560-BB58-36B913F28CB3}">
      <dsp:nvSpPr>
        <dsp:cNvPr id="0" name=""/>
        <dsp:cNvSpPr/>
      </dsp:nvSpPr>
      <dsp:spPr>
        <a:xfrm>
          <a:off x="2029424" y="2925632"/>
          <a:ext cx="1269562" cy="126956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D736E-4EA2-4A57-BBB1-F58E7CFC50EC}">
      <dsp:nvSpPr>
        <dsp:cNvPr id="0" name=""/>
        <dsp:cNvSpPr/>
      </dsp:nvSpPr>
      <dsp:spPr>
        <a:xfrm>
          <a:off x="2299987" y="3196194"/>
          <a:ext cx="728437" cy="728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884B33-2948-48A3-BEBC-EA234ECB4E46}">
      <dsp:nvSpPr>
        <dsp:cNvPr id="0" name=""/>
        <dsp:cNvSpPr/>
      </dsp:nvSpPr>
      <dsp:spPr>
        <a:xfrm>
          <a:off x="1623580" y="4590632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QA → Learning → Next Release</a:t>
          </a:r>
        </a:p>
      </dsp:txBody>
      <dsp:txXfrm>
        <a:off x="1623580" y="4590632"/>
        <a:ext cx="2081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DBA5C-4237-4757-95AD-6CC5B1A93297}">
      <dsp:nvSpPr>
        <dsp:cNvPr id="0" name=""/>
        <dsp:cNvSpPr/>
      </dsp:nvSpPr>
      <dsp:spPr>
        <a:xfrm>
          <a:off x="0" y="0"/>
          <a:ext cx="6163056" cy="70451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Reduced defect leakage</a:t>
          </a:r>
        </a:p>
      </dsp:txBody>
      <dsp:txXfrm>
        <a:off x="20635" y="20635"/>
        <a:ext cx="5343295" cy="663246"/>
      </dsp:txXfrm>
    </dsp:sp>
    <dsp:sp modelId="{055A623D-3F3E-4D56-8E80-BFE07DF04857}">
      <dsp:nvSpPr>
        <dsp:cNvPr id="0" name=""/>
        <dsp:cNvSpPr/>
      </dsp:nvSpPr>
      <dsp:spPr>
        <a:xfrm>
          <a:off x="516155" y="832609"/>
          <a:ext cx="6163056" cy="704516"/>
        </a:xfrm>
        <a:prstGeom prst="roundRect">
          <a:avLst>
            <a:gd name="adj" fmla="val 10000"/>
          </a:avLst>
        </a:prstGeom>
        <a:solidFill>
          <a:schemeClr val="accent5">
            <a:hueOff val="3726106"/>
            <a:satOff val="-3211"/>
            <a:lumOff val="4249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Predictable releases</a:t>
          </a:r>
        </a:p>
      </dsp:txBody>
      <dsp:txXfrm>
        <a:off x="536790" y="853244"/>
        <a:ext cx="5147694" cy="663246"/>
      </dsp:txXfrm>
    </dsp:sp>
    <dsp:sp modelId="{FAC729A9-BC7F-4473-B59E-D8C3BB0A3CDF}">
      <dsp:nvSpPr>
        <dsp:cNvPr id="0" name=""/>
        <dsp:cNvSpPr/>
      </dsp:nvSpPr>
      <dsp:spPr>
        <a:xfrm>
          <a:off x="1024608" y="1665219"/>
          <a:ext cx="6163056" cy="704516"/>
        </a:xfrm>
        <a:prstGeom prst="roundRect">
          <a:avLst>
            <a:gd name="adj" fmla="val 10000"/>
          </a:avLst>
        </a:prstGeom>
        <a:solidFill>
          <a:schemeClr val="accent5">
            <a:hueOff val="7452213"/>
            <a:satOff val="-6423"/>
            <a:lumOff val="8497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Audit-ready traceability</a:t>
          </a:r>
        </a:p>
      </dsp:txBody>
      <dsp:txXfrm>
        <a:off x="1045243" y="1685854"/>
        <a:ext cx="5155398" cy="663246"/>
      </dsp:txXfrm>
    </dsp:sp>
    <dsp:sp modelId="{658B994F-5C42-43C6-B148-C854DC3FD2F3}">
      <dsp:nvSpPr>
        <dsp:cNvPr id="0" name=""/>
        <dsp:cNvSpPr/>
      </dsp:nvSpPr>
      <dsp:spPr>
        <a:xfrm>
          <a:off x="1540763" y="2497829"/>
          <a:ext cx="6163056" cy="704516"/>
        </a:xfrm>
        <a:prstGeom prst="roundRect">
          <a:avLst>
            <a:gd name="adj" fmla="val 10000"/>
          </a:avLst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Faster development cycles</a:t>
          </a:r>
        </a:p>
      </dsp:txBody>
      <dsp:txXfrm>
        <a:off x="1561398" y="2518464"/>
        <a:ext cx="5147694" cy="663246"/>
      </dsp:txXfrm>
    </dsp:sp>
    <dsp:sp modelId="{59F7C7FE-693D-4D1D-B973-5D2380A09501}">
      <dsp:nvSpPr>
        <dsp:cNvPr id="0" name=""/>
        <dsp:cNvSpPr/>
      </dsp:nvSpPr>
      <dsp:spPr>
        <a:xfrm>
          <a:off x="5705120" y="539595"/>
          <a:ext cx="457935" cy="457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808155" y="539595"/>
        <a:ext cx="251865" cy="344596"/>
      </dsp:txXfrm>
    </dsp:sp>
    <dsp:sp modelId="{C82C693D-BE2B-4F7C-95A0-77AD87C5B02C}">
      <dsp:nvSpPr>
        <dsp:cNvPr id="0" name=""/>
        <dsp:cNvSpPr/>
      </dsp:nvSpPr>
      <dsp:spPr>
        <a:xfrm>
          <a:off x="6221276" y="1372205"/>
          <a:ext cx="457935" cy="457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783681"/>
            <a:satOff val="10001"/>
            <a:lumOff val="1236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324311" y="1372205"/>
        <a:ext cx="251865" cy="344596"/>
      </dsp:txXfrm>
    </dsp:sp>
    <dsp:sp modelId="{6FEFF897-4970-42E8-9308-C71970196795}">
      <dsp:nvSpPr>
        <dsp:cNvPr id="0" name=""/>
        <dsp:cNvSpPr/>
      </dsp:nvSpPr>
      <dsp:spPr>
        <a:xfrm>
          <a:off x="6729728" y="2204815"/>
          <a:ext cx="457935" cy="457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1567362"/>
            <a:satOff val="20002"/>
            <a:lumOff val="2473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832763" y="2204815"/>
        <a:ext cx="251865" cy="3445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9ED34-91FA-4E1C-979D-E89B927AC917}">
      <dsp:nvSpPr>
        <dsp:cNvPr id="0" name=""/>
        <dsp:cNvSpPr/>
      </dsp:nvSpPr>
      <dsp:spPr>
        <a:xfrm>
          <a:off x="0" y="650"/>
          <a:ext cx="5328412" cy="1522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873114-9D35-4B41-B333-C005F15F7CF9}">
      <dsp:nvSpPr>
        <dsp:cNvPr id="0" name=""/>
        <dsp:cNvSpPr/>
      </dsp:nvSpPr>
      <dsp:spPr>
        <a:xfrm>
          <a:off x="460634" y="343271"/>
          <a:ext cx="837516" cy="837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B4CC6-B191-4AF9-A48E-3F8DCF5BA6DD}">
      <dsp:nvSpPr>
        <dsp:cNvPr id="0" name=""/>
        <dsp:cNvSpPr/>
      </dsp:nvSpPr>
      <dsp:spPr>
        <a:xfrm>
          <a:off x="1758784" y="650"/>
          <a:ext cx="3569627" cy="1522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58" tIns="161158" rIns="161158" bIns="161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From fragmented workflows</a:t>
          </a:r>
        </a:p>
      </dsp:txBody>
      <dsp:txXfrm>
        <a:off x="1758784" y="650"/>
        <a:ext cx="3569627" cy="1522757"/>
      </dsp:txXfrm>
    </dsp:sp>
    <dsp:sp modelId="{F4C74801-369E-45ED-951B-08AEB2E8D596}">
      <dsp:nvSpPr>
        <dsp:cNvPr id="0" name=""/>
        <dsp:cNvSpPr/>
      </dsp:nvSpPr>
      <dsp:spPr>
        <a:xfrm>
          <a:off x="0" y="1904097"/>
          <a:ext cx="5328412" cy="1522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9C82E-52E2-4B30-8C79-CD7E2206033E}">
      <dsp:nvSpPr>
        <dsp:cNvPr id="0" name=""/>
        <dsp:cNvSpPr/>
      </dsp:nvSpPr>
      <dsp:spPr>
        <a:xfrm>
          <a:off x="460634" y="2246717"/>
          <a:ext cx="837516" cy="837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3368C-A224-492A-8494-4907BC2B4D8F}">
      <dsp:nvSpPr>
        <dsp:cNvPr id="0" name=""/>
        <dsp:cNvSpPr/>
      </dsp:nvSpPr>
      <dsp:spPr>
        <a:xfrm>
          <a:off x="1758784" y="1904097"/>
          <a:ext cx="3569627" cy="1522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58" tIns="161158" rIns="161158" bIns="161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 AI-driven continuous lifecycle</a:t>
          </a:r>
        </a:p>
      </dsp:txBody>
      <dsp:txXfrm>
        <a:off x="1758784" y="1904097"/>
        <a:ext cx="3569627" cy="1522757"/>
      </dsp:txXfrm>
    </dsp:sp>
    <dsp:sp modelId="{FB967CD2-49EC-4BA1-A372-3E0FB223A3D4}">
      <dsp:nvSpPr>
        <dsp:cNvPr id="0" name=""/>
        <dsp:cNvSpPr/>
      </dsp:nvSpPr>
      <dsp:spPr>
        <a:xfrm>
          <a:off x="0" y="3807543"/>
          <a:ext cx="5328412" cy="15227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6C859-986A-4837-99D8-06048F054599}">
      <dsp:nvSpPr>
        <dsp:cNvPr id="0" name=""/>
        <dsp:cNvSpPr/>
      </dsp:nvSpPr>
      <dsp:spPr>
        <a:xfrm>
          <a:off x="460634" y="4150164"/>
          <a:ext cx="837516" cy="8375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17C49-E6B4-4855-B38D-A34602DF18E3}">
      <dsp:nvSpPr>
        <dsp:cNvPr id="0" name=""/>
        <dsp:cNvSpPr/>
      </dsp:nvSpPr>
      <dsp:spPr>
        <a:xfrm>
          <a:off x="1758784" y="3807543"/>
          <a:ext cx="3569627" cy="1522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58" tIns="161158" rIns="161158" bIns="161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Prevent issues before the next release</a:t>
          </a:r>
        </a:p>
      </dsp:txBody>
      <dsp:txXfrm>
        <a:off x="1758784" y="3807543"/>
        <a:ext cx="3569627" cy="1522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360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we present an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AI‑Driven Embedded Product Lifecycle Orchestrator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solution unifies development, QA, and release into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intelligent pipeline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improving speed, quality, and predictability.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Embedded development is highly fragmented.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 stages operate in silos, leading to late defect discovery, manual governance overhead, and limited reuse of QA insights.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introduce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lifecycle-aware AI orchestrator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coordinates development, validation, and release using specialized agents.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integrates engineering data, applies governance continuously, and enables learning from QA to improve future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architecture connects inputs such as requirements, code, QA results, and governance rules.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orchestrator routes tasks across specialized agents, ensuring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validation and decision-making across the lifecycle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analyzes engineering changes in real time and identifies potential risks such as timing issues or configuration mismatches.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enables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detection of system-level issues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Release Gatekeeper evaluates readiness using predefined criteria and generates a clear verdict: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 or NOT READY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actionable recommendations.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ensures predictable and governed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 results are analyzed to identify root causes and drive improvements into the next release.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creates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closed-loop lifecycle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ensuring defects are not repeated.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will now demonstrate how the system executes this lifecycle in practice.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approach reduces defect leakage, improves traceability, and enables faster, more predictable release cycles.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transform embedded development into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continuous, intelligent lifecycle 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outcome: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don’t just detect issues — we prevent them in future releases.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0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8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9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1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96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4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4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9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6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3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8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6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512124-0D13-4ED9-80B7-52AE15B6B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2065" y="6088874"/>
            <a:ext cx="8354016" cy="46634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End‑to‑End Embedded Intelligence | Faster | Safer | Predictable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BACDC-BD54-40F3-9047-8298C77C2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6CB7CA-05C2-4EE8-A97F-B5F3A4F89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6081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1DF5A-0441-2024-77D5-3C1216FF4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782"/>
            <a:ext cx="9144000" cy="579626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FE2DB4-3217-727E-43E4-0923AD73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2582693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Solution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D2BD67E-8F87-896B-ABA8-7B30099A6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55773"/>
              </p:ext>
            </p:extLst>
          </p:nvPr>
        </p:nvGraphicFramePr>
        <p:xfrm>
          <a:off x="3044951" y="758952"/>
          <a:ext cx="5328412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1298448"/>
            <a:ext cx="2763802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spc="-100"/>
              <a:t>Architecture (EOPS Copilot)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rcRect t="653" r="-1" b="-1"/>
          <a:stretch>
            <a:fillRect/>
          </a:stretch>
        </p:blipFill>
        <p:spPr>
          <a:xfrm>
            <a:off x="3840480" y="759599"/>
            <a:ext cx="4775453" cy="53306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t>Change Impact Analysis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06EAEDE-87E6-0FC3-0670-8C2708014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292223"/>
              </p:ext>
            </p:extLst>
          </p:nvPr>
        </p:nvGraphicFramePr>
        <p:xfrm>
          <a:off x="2819922" y="885459"/>
          <a:ext cx="5796200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2582693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Firmware Release Gatekeeper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5BB446B-DA8A-2C32-FC85-B8A36AD83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6177851"/>
              </p:ext>
            </p:extLst>
          </p:nvPr>
        </p:nvGraphicFramePr>
        <p:xfrm>
          <a:off x="3044951" y="758952"/>
          <a:ext cx="5328412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t>QA2Release Intelligence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272ADE-8453-253A-6423-F17EFECDA3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160575"/>
              </p:ext>
            </p:extLst>
          </p:nvPr>
        </p:nvGraphicFramePr>
        <p:xfrm>
          <a:off x="2819922" y="885459"/>
          <a:ext cx="5796200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2582693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Demo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E38A21-BFDA-1C95-8533-3997EA9292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483993"/>
              </p:ext>
            </p:extLst>
          </p:nvPr>
        </p:nvGraphicFramePr>
        <p:xfrm>
          <a:off x="3044951" y="758952"/>
          <a:ext cx="5328412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2E5D6-E378-4614-BCBD-8663DD15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287AC3-AACF-4ADB-9F73-125E714D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744" y="4367639"/>
            <a:ext cx="8572511" cy="18521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857" y="4599160"/>
            <a:ext cx="8309853" cy="1358020"/>
          </a:xfrm>
        </p:spPr>
        <p:txBody>
          <a:bodyPr anchor="ctr">
            <a:normAutofit/>
          </a:bodyPr>
          <a:lstStyle/>
          <a:p>
            <a:pPr algn="ctr"/>
            <a:r>
              <a:rPr lang="en-US" sz="3800">
                <a:solidFill>
                  <a:schemeClr val="bg1"/>
                </a:solidFill>
              </a:rPr>
              <a:t>Business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2D5CCB-C078-A037-56CF-D6F685976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8932896"/>
              </p:ext>
            </p:extLst>
          </p:nvPr>
        </p:nvGraphicFramePr>
        <p:xfrm>
          <a:off x="720090" y="640080"/>
          <a:ext cx="7703820" cy="3202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2582693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99FF34-6953-6FF5-F371-C511F0A517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364597"/>
              </p:ext>
            </p:extLst>
          </p:nvPr>
        </p:nvGraphicFramePr>
        <p:xfrm>
          <a:off x="3044951" y="758952"/>
          <a:ext cx="5328412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52</TotalTime>
  <Words>410</Words>
  <Application>Microsoft Office PowerPoint</Application>
  <PresentationFormat>On-screen Show (4:3)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Corbel</vt:lpstr>
      <vt:lpstr>Wingdings 2</vt:lpstr>
      <vt:lpstr>Frame</vt:lpstr>
      <vt:lpstr>PowerPoint Presentation</vt:lpstr>
      <vt:lpstr>PowerPoint Presentation</vt:lpstr>
      <vt:lpstr>Solution</vt:lpstr>
      <vt:lpstr>Architecture (EOPS Copilot)</vt:lpstr>
      <vt:lpstr>Change Impact Analysis</vt:lpstr>
      <vt:lpstr>Firmware Release Gatekeeper</vt:lpstr>
      <vt:lpstr>QA2Release Intelligence</vt:lpstr>
      <vt:lpstr>Demo Flow</vt:lpstr>
      <vt:lpstr>Business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Shrivastava, Shyam</dc:creator>
  <cp:keywords/>
  <dc:description>generated using python-pptx</dc:description>
  <cp:lastModifiedBy>Shrivastava, Shyam</cp:lastModifiedBy>
  <cp:revision>5</cp:revision>
  <dcterms:created xsi:type="dcterms:W3CDTF">2013-01-27T09:14:16Z</dcterms:created>
  <dcterms:modified xsi:type="dcterms:W3CDTF">2026-05-27T07:25:08Z</dcterms:modified>
  <cp:category/>
</cp:coreProperties>
</file>