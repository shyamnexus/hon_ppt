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2" d="100"/>
          <a:sy n="102" d="100"/>
        </p:scale>
        <p:origin x="3504" y="1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 presenting AEPLO V3 [code name for our project]— an AI platform that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orchestrates the entire embedded product lifecycle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D71920"/>
                </a:solidFill>
                <a:latin typeface="Arial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Arial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E8E8"/>
                </a:solidFill>
                <a:latin typeface="Arial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12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Arial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E8E8E8"/>
                </a:solidFill>
                <a:latin typeface="Arial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2E7D32"/>
                </a:solidFill>
                <a:latin typeface="Arial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2E7D32"/>
                </a:solidFill>
                <a:latin typeface="Arial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5  /  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PG1 Discovery — AI Risk &amp; Scope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E8E8E8"/>
                </a:solidFill>
                <a:latin typeface="Arial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7  /  13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E8E8"/>
                </a:solidFill>
                <a:latin typeface="Arial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70E17"/>
                </a:solidFill>
                <a:latin typeface="Arial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71920"/>
                </a:solidFill>
                <a:latin typeface="Arial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E8E8"/>
                </a:solidFill>
                <a:latin typeface="Arial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10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600" b="1" i="0" dirty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2400" b="1" i="0" dirty="0">
                <a:solidFill>
                  <a:srgbClr val="D71920"/>
                </a:solidFill>
                <a:latin typeface="Arial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b="1" i="0" dirty="0">
                <a:solidFill>
                  <a:srgbClr val="D71920"/>
                </a:solidFill>
                <a:latin typeface="Arial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8E8E8"/>
                </a:solidFill>
                <a:latin typeface="Arial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11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Updated with current demo values: measurable stream value, BA-hosting readiness, live execution proof, agentic AI governance and LLM/token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PDLC lead time: 41% drop (PG1-&gt;PG5 workflow 4.8h -&gt; 2.8h)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Defect leakage: 60% fewer projected escapes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Productivity saving: 320 hrs in 2026 H2; 760 hrs in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BA-org hosting readiness: 85%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Sandbox deployment, SSO path and MCP connectors ready; prod hardening pending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Working prototype: 100% PG1 / PG3 / PG5 demo flow completed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Active impact: Jira evidence + GitHub PR + Confluence summary generated in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Inter-agent handoff success: 92%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Twin simulation accuracy: 88%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Reusable tools/skills: 9 of 12 (75%)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MCP usage relevancy: 100% of Jira/Confluence actions mapped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 dirty="0">
                <a:solidFill>
                  <a:srgbClr val="FFFFFF"/>
                </a:solidFill>
                <a:latin typeface="Arial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41% (baseline prompt pack vs routed context)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Cost/request savings: 36%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Tool-calling JSON accuracy: 96%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Prompt caching utilization: 68%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show quantified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70E17"/>
                </a:solidFill>
                <a:latin typeface="Arial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71920"/>
                </a:solidFill>
                <a:latin typeface="Arial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Arial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12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DD5A924B-3180-1590-5F67-0356FA8DD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424" y="2578608"/>
            <a:ext cx="2875434" cy="1700784"/>
          </a:xfrm>
          <a:prstGeom prst="rect">
            <a:avLst/>
          </a:prstGeom>
          <a:ln/>
        </p:spPr>
      </p:pic>
      <p:sp>
        <p:nvSpPr>
          <p:cNvPr id="155" name="Rectangle 15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1666</Words>
  <Application>Microsoft Office PowerPoint</Application>
  <PresentationFormat>On-screen Show (4:3)</PresentationFormat>
  <Paragraphs>232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6</cp:revision>
  <dcterms:created xsi:type="dcterms:W3CDTF">2013-01-27T09:14:16Z</dcterms:created>
  <dcterms:modified xsi:type="dcterms:W3CDTF">2026-06-12T16:21:50Z</dcterms:modified>
  <cp:category/>
</cp:coreProperties>
</file>