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AEPLO JTAG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ACCELERATOR FOR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8F0"/>
                </a:solidFill>
                <a:latin typeface="Segoe UI"/>
              </a:rPr>
              <a:t>EMBEDDED PDLC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1">
                <a:solidFill>
                  <a:srgbClr val="B8D0EC"/>
                </a:solidFill>
                <a:latin typeface="Segoe UI"/>
              </a:rPr>
              <a:t>Embedded  |  PDLC  |  AI Optimisation
PG1 Discovery  -&gt;  PG3 Development  -&gt;  PG5 Launch Prep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80A8"/>
                </a:solidFill>
                <a:latin typeface="Segoe UI"/>
              </a:rPr>
              <a:t>Honeywell BA Buildathon | 17 Jun 2026 | CONFIDENTIAL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56032" y="519379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Presenter: Shyam Shrivastava, Project Lead | Team: Atharva, Manas, Sheraaz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for Embedded PDLC AI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767328" y="294436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0"/>
                </a:solidFill>
                <a:latin typeface="Segoe UI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72C6"/>
                </a:solidFill>
                <a:latin typeface="Segoe UI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8B5CF6"/>
                </a:solidFill>
                <a:latin typeface="Segoe UI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FF8C00"/>
                </a:solidFill>
                <a:latin typeface="Segoe UI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00D48A"/>
                </a:solidFill>
                <a:latin typeface="Segoe UI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Segoe UI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B8D0EC"/>
                </a:solidFill>
                <a:latin typeface="Segoe UI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00D48A"/>
                </a:solidFill>
                <a:latin typeface="Segoe UI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  <a:latin typeface="Segoe UI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A89A"/>
                </a:solidFill>
                <a:latin typeface="Segoe UI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2C6"/>
                </a:solidFill>
                <a:latin typeface="Segoe UI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B8D0EC"/>
                </a:solidFill>
                <a:latin typeface="Segoe UI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72C6"/>
                </a:solidFill>
                <a:latin typeface="Segoe UI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FF8C00"/>
                </a:solidFill>
                <a:latin typeface="Segoe UI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40680" y="2587752"/>
            <a:ext cx="2834640" cy="169164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532120" y="26517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READY TO TRANSFORM?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32120" y="30449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F0"/>
                </a:solidFill>
                <a:latin typeface="Segoe UI"/>
              </a:rPr>
              <a:t>aeplo.ai/demo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32120" y="3429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hello@aeplo.ai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532120" y="39959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80A8"/>
                </a:solidFill>
                <a:latin typeface="Segoe UI"/>
              </a:rPr>
              <a:t>© 2026 AEPLO Technologies Inc.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