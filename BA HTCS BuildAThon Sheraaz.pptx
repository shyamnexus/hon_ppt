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1474836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A9A9"/>
    <a:srgbClr val="969696"/>
    <a:srgbClr val="FFCE3C"/>
    <a:srgbClr val="6373BA"/>
    <a:srgbClr val="C189F7"/>
    <a:srgbClr val="A3DBFF"/>
    <a:srgbClr val="AAE571"/>
    <a:srgbClr val="FF7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8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1054F-C1AC-4F9E-A635-BE1C2CF871E5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51C6FC-3F33-4A91-B6C8-F832D480E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8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18DC7-0FA9-E41F-71D6-4D7F2AA35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87A08E-3FB8-5A09-B698-226B0368A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865042-65C0-0F67-61C3-FBC7586A6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46B62-6388-063B-2E94-657726DC8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2889FF-D511-4343-A6C2-317450E472B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113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sv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848099"/>
            <a:ext cx="8382000" cy="1257301"/>
          </a:xfrm>
        </p:spPr>
        <p:txBody>
          <a:bodyPr tIns="0" anchor="t"/>
          <a:lstStyle>
            <a:lvl1pPr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5300" y="5105400"/>
            <a:ext cx="8382000" cy="1257301"/>
          </a:xfrm>
        </p:spPr>
        <p:txBody>
          <a:bodyPr tIns="18288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46317B-3751-4D87-BA2D-3B5F59761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237" y="6528244"/>
            <a:ext cx="1143000" cy="21376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3048"/>
            <a:ext cx="12192000" cy="3432048"/>
          </a:xfrm>
          <a:prstGeom prst="rect">
            <a:avLst/>
          </a:prstGeom>
        </p:spPr>
      </p:pic>
      <p:sp>
        <p:nvSpPr>
          <p:cNvPr id="8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593263" y="5121221"/>
            <a:ext cx="2103437" cy="387350"/>
          </a:xfrm>
        </p:spPr>
        <p:txBody>
          <a:bodyPr anchor="ctr"/>
          <a:lstStyle>
            <a:lvl1pPr algn="r">
              <a:defRPr sz="1600"/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9688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6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6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Colo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2F1AD5E1-596F-44FE-BB24-7F1520D02E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2F1AD5E1-596F-44FE-BB24-7F1520D02E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1591A3BB-35C0-46F1-913B-1F85EECFAB4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409700"/>
            <a:ext cx="8382000" cy="1354217"/>
          </a:xfrm>
        </p:spPr>
        <p:txBody>
          <a:bodyPr tIns="0" anchor="t">
            <a:spAutoFit/>
          </a:bodyPr>
          <a:lstStyle>
            <a:lvl1pPr algn="l">
              <a:lnSpc>
                <a:spcPct val="10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848100"/>
            <a:ext cx="5600700" cy="677108"/>
          </a:xfrm>
        </p:spPr>
        <p:txBody>
          <a:bodyPr tIns="0" bIns="182880" anchor="t" anchorCtr="0">
            <a:spAutoFit/>
          </a:bodyPr>
          <a:lstStyle>
            <a:lvl1pPr marL="0" indent="0" algn="l">
              <a:spcAft>
                <a:spcPts val="0"/>
              </a:spcAft>
              <a:buNone/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79F04-7833-4562-B8D1-AC0341D757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5300" y="498668"/>
            <a:ext cx="2743200" cy="24622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>
              <a:defRPr sz="1600" b="1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7D801B6-A973-4D6D-8431-BA0D1481B3CF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8212" y="6008332"/>
            <a:ext cx="24446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43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ction Header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848099"/>
            <a:ext cx="8382000" cy="1257301"/>
          </a:xfrm>
        </p:spPr>
        <p:txBody>
          <a:bodyPr tIns="0" anchor="t"/>
          <a:lstStyle>
            <a:lvl1pPr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95300" y="5105400"/>
            <a:ext cx="8382000" cy="1257301"/>
          </a:xfrm>
        </p:spPr>
        <p:txBody>
          <a:bodyPr tIns="182880"/>
          <a:lstStyle>
            <a:lvl1pPr marL="0" indent="0">
              <a:buNone/>
              <a:defRPr sz="20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46317B-3751-4D87-BA2D-3B5F59761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237" y="6528244"/>
            <a:ext cx="1143000" cy="213769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AAC5B92-BD5C-40B8-8837-AA1A4971E6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429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5" hasCustomPrompt="1"/>
          </p:nvPr>
        </p:nvSpPr>
        <p:spPr>
          <a:xfrm>
            <a:off x="9593263" y="5167392"/>
            <a:ext cx="2103437" cy="403225"/>
          </a:xfrm>
        </p:spPr>
        <p:txBody>
          <a:bodyPr anchor="ctr"/>
          <a:lstStyle>
            <a:lvl1pPr algn="r">
              <a:defRPr sz="1600"/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773612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16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+ Pic Ligh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409700"/>
            <a:ext cx="8382000" cy="2019300"/>
          </a:xfrm>
        </p:spPr>
        <p:txBody>
          <a:bodyPr tIns="0" anchor="t"/>
          <a:lstStyle>
            <a:lvl1pPr algn="l"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848100"/>
            <a:ext cx="5600700" cy="892017"/>
          </a:xfrm>
        </p:spPr>
        <p:txBody>
          <a:bodyPr tIns="0" bIns="182880" anchor="t" anchorCtr="0"/>
          <a:lstStyle>
            <a:lvl1pPr marL="0" indent="0" algn="l">
              <a:spcAft>
                <a:spcPts val="0"/>
              </a:spcAft>
              <a:buNone/>
              <a:defRPr sz="1600" b="0" cap="all" baseline="0"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7D801B6-A973-4D6D-8431-BA0D1481B3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212" y="6008332"/>
            <a:ext cx="2444600" cy="45720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495300" y="495300"/>
            <a:ext cx="3720239" cy="419100"/>
          </a:xfrm>
        </p:spPr>
        <p:txBody>
          <a:bodyPr anchor="ctr"/>
          <a:lstStyle>
            <a:lvl1pPr>
              <a:defRPr sz="1600"/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685933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+ Pic Dark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632D-2F70-4D0E-B737-ACF4A2DD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" y="1409700"/>
            <a:ext cx="8382000" cy="2019300"/>
          </a:xfrm>
        </p:spPr>
        <p:txBody>
          <a:bodyPr tIns="0" anchor="t"/>
          <a:lstStyle>
            <a:lvl1pPr algn="l">
              <a:lnSpc>
                <a:spcPct val="80000"/>
              </a:lnSpc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C3F44-5413-48F1-ACBF-6BEAE9CA81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5300" y="3848100"/>
            <a:ext cx="5600700" cy="892017"/>
          </a:xfrm>
        </p:spPr>
        <p:txBody>
          <a:bodyPr tIns="0" bIns="182880" anchor="t" anchorCtr="0"/>
          <a:lstStyle>
            <a:lvl1pPr marL="0" indent="0" algn="l">
              <a:spcAft>
                <a:spcPts val="0"/>
              </a:spcAft>
              <a:buNone/>
              <a:defRPr sz="1600" b="0" cap="all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spcAft>
                <a:spcPts val="1200"/>
              </a:spcAft>
              <a:buNone/>
              <a:defRPr sz="1600" b="1" cap="all" baseline="0">
                <a:solidFill>
                  <a:schemeClr val="bg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Presenter’s Name</a:t>
            </a:r>
          </a:p>
          <a:p>
            <a:pPr lvl="1"/>
            <a:r>
              <a:rPr lang="en-US"/>
              <a:t>Presenter’s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7D801B6-A973-4D6D-8431-BA0D1481B3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8212" y="6008332"/>
            <a:ext cx="2444600" cy="457200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495300" y="495300"/>
            <a:ext cx="2185988" cy="419100"/>
          </a:xfrm>
        </p:spPr>
        <p:txBody>
          <a:bodyPr anchor="ctr"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75544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92">
          <p15:clr>
            <a:srgbClr val="FBAE40"/>
          </p15:clr>
        </p15:guide>
        <p15:guide id="2" orient="horz" pos="32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ction Header + large Ic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409699"/>
            <a:ext cx="5600700" cy="2019301"/>
          </a:xfrm>
        </p:spPr>
        <p:txBody>
          <a:bodyPr tIns="0" anchor="t"/>
          <a:lstStyle>
            <a:lvl1pPr>
              <a:lnSpc>
                <a:spcPct val="8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848101"/>
            <a:ext cx="5600700" cy="2019300"/>
          </a:xfrm>
        </p:spPr>
        <p:txBody>
          <a:bodyPr tIns="182880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546317B-3751-4D87-BA2D-3B5F597619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237" y="6528244"/>
            <a:ext cx="1143000" cy="213769"/>
          </a:xfrm>
          <a:prstGeom prst="rect">
            <a:avLst/>
          </a:prstGeom>
        </p:spPr>
      </p:pic>
      <p:sp>
        <p:nvSpPr>
          <p:cNvPr id="5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496888" y="495300"/>
            <a:ext cx="2493962" cy="419100"/>
          </a:xfrm>
        </p:spPr>
        <p:txBody>
          <a:bodyPr anchor="ctr"/>
          <a:lstStyle>
            <a:lvl1pPr>
              <a:defRPr sz="1600"/>
            </a:lvl1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30215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+ large Ic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A779350-F79E-4670-8766-69328892C4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A779350-F79E-4670-8766-69328892C4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30627E3-1DA9-4C85-BDEE-E3FA68038BF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4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B4D9F8-D2F8-412B-8467-F3A1A6B4A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1409699"/>
            <a:ext cx="7848600" cy="1354217"/>
          </a:xfrm>
        </p:spPr>
        <p:txBody>
          <a:bodyPr wrap="square" tIns="0" anchor="t">
            <a:spAutoFit/>
          </a:bodyPr>
          <a:lstStyle>
            <a:lvl1pPr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64BA69-0C36-44D3-95D1-C81223694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300" y="3848101"/>
            <a:ext cx="5600700" cy="307777"/>
          </a:xfrm>
        </p:spPr>
        <p:txBody>
          <a:bodyPr tIns="0">
            <a:sp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446BA-0FD3-4FFF-B220-7298D3F8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237" y="6464744"/>
            <a:ext cx="1143000" cy="2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754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72">
          <p15:clr>
            <a:srgbClr val="FBAE40"/>
          </p15:clr>
        </p15:guide>
        <p15:guide id="2" pos="559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538A-4A54-4A25-9BD2-E79855D6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52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49D9-CB0B-4053-B4B8-18A9A6E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1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0"/>
            <a:ext cx="5372100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1"/>
            <a:ext cx="5372100" cy="49529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4319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+ Pic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F9CDEF-0719-484F-8C20-787B9E5CF7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409700"/>
            <a:ext cx="5372100" cy="4953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84074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886200"/>
            <a:ext cx="5372100" cy="2476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2327" y="3886200"/>
            <a:ext cx="5372100" cy="2476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930328-96E9-4581-AB46-BC006A6DB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25C2411-148E-4C87-B0DD-41761ACB22C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46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94919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0"/>
            <a:ext cx="3429000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1409700"/>
            <a:ext cx="3429000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1409700"/>
            <a:ext cx="3429000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9AC965-3DBE-47AE-81C0-8C23B370263F}"/>
              </a:ext>
            </a:extLst>
          </p:cNvPr>
          <p:cNvCxnSpPr/>
          <p:nvPr/>
        </p:nvCxnSpPr>
        <p:spPr>
          <a:xfrm>
            <a:off x="4152917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5B345D-6ECD-4B25-B741-D306ED291B90}"/>
              </a:ext>
            </a:extLst>
          </p:cNvPr>
          <p:cNvCxnSpPr/>
          <p:nvPr/>
        </p:nvCxnSpPr>
        <p:spPr>
          <a:xfrm>
            <a:off x="8039151" y="1410881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628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+ Pics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886200"/>
            <a:ext cx="3429000" cy="2476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3886200"/>
            <a:ext cx="3429000" cy="2476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3886200"/>
            <a:ext cx="3429000" cy="2476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E1C42F-82A3-49D7-9B58-607C4E4D58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53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22D68AC-932E-4B0C-90A5-71EE23ACE4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34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1A7CD19-76F6-4CBE-B54D-93302EA79B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77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38102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0"/>
            <a:ext cx="2459736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8" y="1409700"/>
            <a:ext cx="2459736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6" y="1409700"/>
            <a:ext cx="2459736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1409700"/>
            <a:ext cx="2459736" cy="49529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38375F-017C-4D3C-98B0-0B49D2AAE3BA}"/>
              </a:ext>
            </a:extLst>
          </p:cNvPr>
          <p:cNvCxnSpPr/>
          <p:nvPr/>
        </p:nvCxnSpPr>
        <p:spPr>
          <a:xfrm>
            <a:off x="3182137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B52EB66-0BC5-4D65-9873-7791F0C2A2E0}"/>
              </a:ext>
            </a:extLst>
          </p:cNvPr>
          <p:cNvCxnSpPr/>
          <p:nvPr/>
        </p:nvCxnSpPr>
        <p:spPr>
          <a:xfrm>
            <a:off x="6096075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3A66CFF-0E1D-4769-AC5A-FFCF982704C6}"/>
              </a:ext>
            </a:extLst>
          </p:cNvPr>
          <p:cNvCxnSpPr/>
          <p:nvPr/>
        </p:nvCxnSpPr>
        <p:spPr>
          <a:xfrm>
            <a:off x="9010013" y="1410880"/>
            <a:ext cx="0" cy="446227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7935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 2 w/o Takeaw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11006"/>
            <a:ext cx="5372100" cy="224659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11006"/>
            <a:ext cx="5372100" cy="22494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929903"/>
            <a:ext cx="5372100" cy="22494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4600" y="3929903"/>
            <a:ext cx="5372100" cy="22423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58078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XL Content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8382001" cy="5372100"/>
          </a:xfrm>
        </p:spPr>
        <p:txBody>
          <a:bodyPr tIns="0"/>
          <a:lstStyle>
            <a:lvl1pPr>
              <a:lnSpc>
                <a:spcPct val="90000"/>
              </a:lnSpc>
              <a:defRPr sz="8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4A2922BA-AA7B-49A4-BAC5-FF5A04549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837" y="6478016"/>
            <a:ext cx="411843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>
                <a:solidFill>
                  <a:schemeClr val="bg1"/>
                </a:solidFill>
                <a:latin typeface="+mn-lt"/>
                <a:cs typeface="Arial" panose="020B0604020202020204" pitchFamily="34" charset="0"/>
              </a:rPr>
              <a:t>Honeywell Confidential - ©2020 by Honeywell International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575006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59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rge Cont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300"/>
            <a:ext cx="5372101" cy="5372100"/>
          </a:xfrm>
        </p:spPr>
        <p:txBody>
          <a:bodyPr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99F7BE-26E0-43EC-B648-2436C3A3F96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0"/>
            <a:ext cx="5867400" cy="68580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52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96">
          <p15:clr>
            <a:srgbClr val="FBAE40"/>
          </p15:clr>
        </p15:guide>
        <p15:guide id="2" pos="398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299" y="1409700"/>
            <a:ext cx="11201401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0F7696B-AED7-4649-B1BE-83104AF7ADDD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6183890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297680"/>
          </a:xfrm>
        </p:spPr>
        <p:txBody>
          <a:bodyPr/>
          <a:lstStyle>
            <a:lvl3pPr>
              <a:buClr>
                <a:schemeClr val="tx1"/>
              </a:buCl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1"/>
            <a:ext cx="5372100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D0DF29E-4A6C-4505-AA49-6B64388E139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6842377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+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CF9CDEF-0719-484F-8C20-787B9E5CF7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600" y="1409700"/>
            <a:ext cx="5372100" cy="429768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064076E-2966-4D1B-8F30-6885CA148AF4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1160779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886200"/>
            <a:ext cx="5372100" cy="1747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2327" y="3886200"/>
            <a:ext cx="5372100" cy="174734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930328-96E9-4581-AB46-BC006A6DB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A25C2411-148E-4C87-B0DD-41761ACB22C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324600" y="1409700"/>
            <a:ext cx="53721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B90B35-A8E2-43F4-9EE2-F7A3C794C84F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-1" y="5867400"/>
            <a:ext cx="12192000" cy="495300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734817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3429000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1409701"/>
            <a:ext cx="3429000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1409701"/>
            <a:ext cx="3429000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52E914-DA92-4DFE-9C16-9F269B1910FB}"/>
              </a:ext>
            </a:extLst>
          </p:cNvPr>
          <p:cNvGrpSpPr/>
          <p:nvPr/>
        </p:nvGrpSpPr>
        <p:grpSpPr>
          <a:xfrm>
            <a:off x="4152917" y="1410881"/>
            <a:ext cx="3886234" cy="4344840"/>
            <a:chOff x="4152917" y="1410880"/>
            <a:chExt cx="3886234" cy="4462273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89AC965-3DBE-47AE-81C0-8C23B370263F}"/>
                </a:ext>
              </a:extLst>
            </p:cNvPr>
            <p:cNvCxnSpPr/>
            <p:nvPr/>
          </p:nvCxnSpPr>
          <p:spPr>
            <a:xfrm>
              <a:off x="4152917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55B345D-6ECD-4B25-B741-D306ED291B90}"/>
                </a:ext>
              </a:extLst>
            </p:cNvPr>
            <p:cNvCxnSpPr/>
            <p:nvPr/>
          </p:nvCxnSpPr>
          <p:spPr>
            <a:xfrm>
              <a:off x="8039151" y="1410881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697456D-818A-4FA7-9322-10ECC2C0575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73154"/>
            <a:ext cx="12192000" cy="489546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8965378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886200"/>
            <a:ext cx="3429000" cy="1828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81534" y="3886200"/>
            <a:ext cx="3429000" cy="1828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267768" y="3886200"/>
            <a:ext cx="3429000" cy="1828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DE1C42F-82A3-49D7-9B58-607C4E4D58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53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22D68AC-932E-4B0C-90A5-71EE23ACE46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381534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6">
            <a:extLst>
              <a:ext uri="{FF2B5EF4-FFF2-40B4-BE49-F238E27FC236}">
                <a16:creationId xmlns:a16="http://schemas.microsoft.com/office/drawing/2014/main" id="{D1A7CD19-76F6-4CBE-B54D-93302EA79B1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67700" y="1409700"/>
            <a:ext cx="3429000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CAE0181-37B5-43E5-A82A-CDD053C29C6C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341129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48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2459736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8" y="1409701"/>
            <a:ext cx="2459736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6" y="1409701"/>
            <a:ext cx="2459736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1409701"/>
            <a:ext cx="2459736" cy="42976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14793E8-8AA5-49D1-B431-8FD8310103FA}"/>
              </a:ext>
            </a:extLst>
          </p:cNvPr>
          <p:cNvGrpSpPr/>
          <p:nvPr/>
        </p:nvGrpSpPr>
        <p:grpSpPr>
          <a:xfrm>
            <a:off x="3182137" y="1410880"/>
            <a:ext cx="5827876" cy="4344686"/>
            <a:chOff x="3182137" y="1410880"/>
            <a:chExt cx="5827876" cy="4462272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538375F-017C-4D3C-98B0-0B49D2AAE3BA}"/>
                </a:ext>
              </a:extLst>
            </p:cNvPr>
            <p:cNvCxnSpPr/>
            <p:nvPr/>
          </p:nvCxnSpPr>
          <p:spPr>
            <a:xfrm>
              <a:off x="3182137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B52EB66-0BC5-4D65-9873-7791F0C2A2E0}"/>
                </a:ext>
              </a:extLst>
            </p:cNvPr>
            <p:cNvCxnSpPr/>
            <p:nvPr/>
          </p:nvCxnSpPr>
          <p:spPr>
            <a:xfrm>
              <a:off x="6096075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3A66CFF-0E1D-4769-AC5A-FFCF982704C6}"/>
                </a:ext>
              </a:extLst>
            </p:cNvPr>
            <p:cNvCxnSpPr/>
            <p:nvPr/>
          </p:nvCxnSpPr>
          <p:spPr>
            <a:xfrm>
              <a:off x="9010013" y="1410880"/>
              <a:ext cx="0" cy="4462272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90AB464-576C-4A33-966B-DD17FE4C4181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7366514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3657600"/>
            <a:ext cx="2459736" cy="201168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409237" y="3657600"/>
            <a:ext cx="2459736" cy="201168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D0612F8-8A1A-4C2A-A93C-441DEDF8E28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323174" y="3657600"/>
            <a:ext cx="2459736" cy="201168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3999C7-E763-4050-BC0E-E9090F84780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237112" y="3657600"/>
            <a:ext cx="2459736" cy="201168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632F1BF-A417-46F5-A2B0-EE338C9464D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95300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664EC32-C8D7-4696-8955-D27860B1160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09935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7BC96BB2-8963-4074-99F2-2BEB65D70F6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323872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3FAAAD28-DA69-4AAE-9FAD-9F27417572F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37112" y="1409700"/>
            <a:ext cx="2459038" cy="20193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230F8805-7C7A-42C7-AA78-A838FC7ADE60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23730655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0"/>
            <a:ext cx="5372100" cy="20208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0"/>
            <a:ext cx="5372100" cy="20208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39F757B-7399-47EF-8C93-6F4A6410845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95300" y="3666371"/>
            <a:ext cx="5372100" cy="20208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A9B1BC2-D1BF-4967-9DEB-0E218096605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324600" y="3666371"/>
            <a:ext cx="5372100" cy="20208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FA7B3DE-C704-4D6A-9148-C2EE51AB9559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4996"/>
            <a:ext cx="12192000" cy="497704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1701045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538A-4A54-4A25-9BD2-E79855D6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9D64B098-3BC3-46B7-9278-55E699AD37C8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473398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XL Content Gra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8212" y="6008332"/>
            <a:ext cx="24446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5299" y="495300"/>
            <a:ext cx="6096000" cy="2437590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kumimoji="0" lang="en-US" sz="88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THANK</a:t>
            </a:r>
            <a:br>
              <a:rPr kumimoji="0" lang="en-US" sz="88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8800" b="0" i="0" u="none" strike="noStrike" kern="1200" cap="all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YOU</a:t>
            </a:r>
            <a:endParaRPr lang="en-US" sz="88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13715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59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D926425-8E0A-4F19-95F9-2CCCC40F839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9658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D926425-8E0A-4F19-95F9-2CCCC40F83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494E27FC-0EBE-49F1-BF4C-F70FB47B78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40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480A38-A16A-446F-8129-A3FC3425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9" y="495299"/>
            <a:ext cx="11201401" cy="615553"/>
          </a:xfrm>
        </p:spPr>
        <p:txBody>
          <a:bodyPr wrap="square">
            <a:sp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DF14-DE64-4CDC-8651-F845B5598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09701"/>
            <a:ext cx="5372100" cy="4457700"/>
          </a:xfrm>
        </p:spPr>
        <p:txBody>
          <a:bodyPr wrap="square"/>
          <a:lstStyle>
            <a:lvl1pPr marL="457200" indent="-4572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  <a:defRPr sz="2400"/>
            </a:lvl1pPr>
            <a:lvl2pPr marL="457200" indent="0">
              <a:defRPr sz="2400"/>
            </a:lvl2pPr>
            <a:lvl3pPr marL="685800" indent="-228600">
              <a:defRPr sz="2000"/>
            </a:lvl3pPr>
            <a:lvl4pPr marL="1028700" indent="-228600">
              <a:defRPr sz="1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1AB863-6602-411C-B695-D0F3F747308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409701"/>
            <a:ext cx="5372100" cy="4457700"/>
          </a:xfrm>
        </p:spPr>
        <p:txBody>
          <a:bodyPr wrap="square"/>
          <a:lstStyle>
            <a:lvl1pPr marL="457200" indent="-457200">
              <a:spcBef>
                <a:spcPts val="600"/>
              </a:spcBef>
              <a:buClr>
                <a:schemeClr val="accent1"/>
              </a:buClr>
              <a:buFont typeface="+mj-lt"/>
              <a:buAutoNum type="arabicPeriod"/>
              <a:defRPr sz="2400"/>
            </a:lvl1pPr>
            <a:lvl2pPr marL="457200" indent="0">
              <a:defRPr sz="2400"/>
            </a:lvl2pPr>
            <a:lvl3pPr marL="685800" indent="-228600">
              <a:defRPr sz="2000"/>
            </a:lvl3pPr>
            <a:lvl4pPr marL="1028700" indent="-228600">
              <a:defRPr sz="1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7936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20D2-6A4A-493D-B042-1BB1AB97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02794-34A8-44DE-A8B7-3A0A731FA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929172-4BF7-429F-BA25-7E9D1A4215EE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6/12/2026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686BD-4DAB-44B4-9ED4-058B961D0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48BB3-B70A-4495-8C12-3132B960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966EA62-41C5-4F9A-A915-5B0BC739C923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29310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9AAC5D-D7D8-42DB-BA4B-6CDFC5FAF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Honeywell Sans Bold 10pt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549D9-CB0B-4053-B4B8-18A9A6E3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95A6AF-DA14-4AA2-80B8-C7ACE12804ED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384592956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3538A-4A54-4A25-9BD2-E79855D6A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C14D-9EED-4F3B-9141-0F288291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Footer, Arial Bold 8pt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08997-B423-407B-B60D-8D5DFC37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AC9AF1B-77C9-4194-9346-57C0BA35396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6096000"/>
            <a:ext cx="12192000" cy="376654"/>
          </a:xfrm>
          <a:prstGeom prst="rect">
            <a:avLst/>
          </a:prstGeo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defRPr sz="1050"/>
            </a:lvl2pPr>
            <a:lvl3pPr>
              <a:defRPr sz="900"/>
            </a:lvl3pPr>
            <a:lvl4pPr>
              <a:defRPr sz="825"/>
            </a:lvl4pPr>
            <a:lvl5pPr>
              <a:defRPr sz="1200"/>
            </a:lvl5pPr>
          </a:lstStyle>
          <a:p>
            <a:pPr lvl="0"/>
            <a:r>
              <a:rPr lang="en-US"/>
              <a:t>Key Takeaway Text</a:t>
            </a:r>
          </a:p>
        </p:txBody>
      </p:sp>
    </p:spTree>
    <p:extLst>
      <p:ext uri="{BB962C8B-B14F-4D97-AF65-F5344CB8AC3E}">
        <p14:creationId xmlns:p14="http://schemas.microsoft.com/office/powerpoint/2010/main" val="37532147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e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356616"/>
            <a:ext cx="10523336" cy="4984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11643360" y="0"/>
            <a:ext cx="548640" cy="50292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1D1E3F-96BE-4EC6-B772-60D92C1E53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237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 +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930328-96E9-4581-AB46-BC006A6DBD5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8818" y="1300516"/>
            <a:ext cx="5489645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B90B35-A8E2-43F4-9EE2-F7A3C794C84F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-1" y="5867400"/>
            <a:ext cx="12192000" cy="495300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68204F5-2A45-4B00-A392-2D31EC998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C636046D-D989-410E-84A4-C8061B4F9E5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15667" y="1300516"/>
            <a:ext cx="5489645" cy="2247900"/>
          </a:xfrm>
          <a:pattFill prst="wdUpDiag">
            <a:fgClr>
              <a:schemeClr val="bg2"/>
            </a:fgClr>
            <a:bgClr>
              <a:schemeClr val="bg1"/>
            </a:bgClr>
          </a:patt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2B8717B-9346-4DBC-A4BD-D13AD33DD3BE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3825354"/>
            <a:ext cx="5489645" cy="1732130"/>
          </a:xfrm>
        </p:spPr>
        <p:txBody>
          <a:bodyPr wrap="square"/>
          <a:lstStyle>
            <a:lvl1pPr marL="0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9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99CAA11-4780-4E6B-BE94-8350B797410E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315668" y="3825354"/>
            <a:ext cx="5489645" cy="1732130"/>
          </a:xfrm>
        </p:spPr>
        <p:txBody>
          <a:bodyPr wrap="square"/>
          <a:lstStyle>
            <a:lvl1pPr marL="0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9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</p:spTree>
    <p:extLst>
      <p:ext uri="{BB962C8B-B14F-4D97-AF65-F5344CB8AC3E}">
        <p14:creationId xmlns:p14="http://schemas.microsoft.com/office/powerpoint/2010/main" val="556211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  <p15:guide id="4" orient="horz" pos="2448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D0DF29E-4A6C-4505-AA49-6B64388E1397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chemeClr val="accent1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36296D-A8A9-4486-BC21-BD1C0D821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554457-FC40-423A-87B6-F5796CB1610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20"/>
            <a:ext cx="5489645" cy="4267772"/>
          </a:xfrm>
        </p:spPr>
        <p:txBody>
          <a:bodyPr wrap="square"/>
          <a:lstStyle>
            <a:lvl1pPr marL="0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9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79FC20-395E-44C6-B5D6-DD2C5821EBD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315668" y="1273220"/>
            <a:ext cx="5489645" cy="4267772"/>
          </a:xfrm>
        </p:spPr>
        <p:txBody>
          <a:bodyPr wrap="square"/>
          <a:lstStyle>
            <a:lvl1pPr marL="0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9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</p:spTree>
    <p:extLst>
      <p:ext uri="{BB962C8B-B14F-4D97-AF65-F5344CB8AC3E}">
        <p14:creationId xmlns:p14="http://schemas.microsoft.com/office/powerpoint/2010/main" val="3189886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696">
          <p15:clr>
            <a:srgbClr val="FBAE40"/>
          </p15:clr>
        </p15:guide>
        <p15:guide id="3" pos="39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A6FEB-0F20-4122-83B7-A3A8BF9E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4EC18-1D2B-4535-B738-0E53AFE2662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50F7696B-AED7-4649-B1BE-83104AF7ADDD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-1" y="5867400"/>
            <a:ext cx="12192000" cy="495299"/>
          </a:xfrm>
          <a:solidFill>
            <a:srgbClr val="DC202E"/>
          </a:solidFill>
        </p:spPr>
        <p:txBody>
          <a:bodyPr lIns="493776" tIns="45720" rIns="493776" bIns="45720" anchor="ctr" anchorCtr="0">
            <a:noAutofit/>
          </a:bodyPr>
          <a:lstStyle>
            <a:lvl1pPr algn="ctr">
              <a:lnSpc>
                <a:spcPct val="90000"/>
              </a:lnSpc>
              <a:spcAft>
                <a:spcPts val="0"/>
              </a:spcAft>
              <a:defRPr sz="2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600"/>
            </a:lvl5pPr>
          </a:lstStyle>
          <a:p>
            <a:pPr lvl="0"/>
            <a:r>
              <a:rPr lang="en-US"/>
              <a:t>Key Takeaway Text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00FA05A-5C58-4939-B23A-CA85D503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819" y="427059"/>
            <a:ext cx="11446494" cy="403572"/>
          </a:xfrm>
        </p:spPr>
        <p:txBody>
          <a:bodyPr wrap="square" anchor="t">
            <a:spAutoFit/>
          </a:bodyPr>
          <a:lstStyle>
            <a:lvl1pPr>
              <a:lnSpc>
                <a:spcPct val="80000"/>
              </a:lnSpc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C0DF15-7E04-48F6-8858-CAC8F02DF0E3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58819" y="1273219"/>
            <a:ext cx="11446494" cy="4226829"/>
          </a:xfrm>
        </p:spPr>
        <p:txBody>
          <a:bodyPr wrap="square"/>
          <a:lstStyle>
            <a:lvl1pPr marL="0" indent="0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+mj-lt"/>
              <a:buNone/>
              <a:defRPr sz="2400"/>
            </a:lvl1pPr>
            <a:lvl2pPr marL="0" indent="-342900">
              <a:lnSpc>
                <a:spcPct val="9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200"/>
            </a:lvl2pPr>
            <a:lvl3pPr marL="720000" indent="-342900">
              <a:lnSpc>
                <a:spcPct val="90000"/>
              </a:lnSpc>
              <a:buFont typeface="Arial" panose="020B0604020202020204" pitchFamily="34" charset="0"/>
              <a:buChar char="‒"/>
              <a:defRPr sz="2000"/>
            </a:lvl3pPr>
            <a:lvl4pPr marL="1044000" indent="-342000">
              <a:lnSpc>
                <a:spcPct val="90000"/>
              </a:lnSpc>
              <a:buFont typeface="Wingdings" panose="05000000000000000000" pitchFamily="2" charset="2"/>
              <a:buChar char="§"/>
              <a:defRPr sz="1800"/>
            </a:lvl4pPr>
            <a:lvl5pPr marL="1368000" indent="-342000">
              <a:lnSpc>
                <a:spcPct val="90000"/>
              </a:lnSpc>
              <a:buFont typeface="Courier New" panose="02070309020205020404" pitchFamily="49" charset="0"/>
              <a:buChar char="o"/>
              <a:defRPr sz="1600"/>
            </a:lvl5pPr>
          </a:lstStyle>
          <a:p>
            <a:pPr lvl="0"/>
            <a:r>
              <a:rPr lang="en-US"/>
              <a:t>Edit Master text styles, 24pt</a:t>
            </a:r>
          </a:p>
          <a:p>
            <a:pPr lvl="1"/>
            <a:r>
              <a:rPr lang="en-US"/>
              <a:t>Second level, 22pt</a:t>
            </a:r>
          </a:p>
          <a:p>
            <a:pPr lvl="2"/>
            <a:r>
              <a:rPr lang="en-US"/>
              <a:t>Third level, 20pt</a:t>
            </a:r>
          </a:p>
          <a:p>
            <a:pPr lvl="3"/>
            <a:r>
              <a:rPr lang="en-US"/>
              <a:t>Fourth level, 18pt</a:t>
            </a:r>
          </a:p>
          <a:p>
            <a:pPr lvl="4"/>
            <a:r>
              <a:rPr lang="en-US"/>
              <a:t>Fifth level, 16pt</a:t>
            </a:r>
          </a:p>
        </p:txBody>
      </p:sp>
    </p:spTree>
    <p:extLst>
      <p:ext uri="{BB962C8B-B14F-4D97-AF65-F5344CB8AC3E}">
        <p14:creationId xmlns:p14="http://schemas.microsoft.com/office/powerpoint/2010/main" val="36980938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6E306-6A3B-9FF6-83B5-6EDFF1D1C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172C5-2817-4F48-3D5A-787A6B81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E77A0-59FE-86DB-40AC-C5E78334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35FF5-AC8B-407A-ADCD-90B53B81E5F0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6CAAE-0E91-649B-77D5-268774DDC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CDB80-A31C-7AE2-320B-5ED1CE277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8DB47-E969-457C-9496-5BCF50FBEC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22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92A7798-F3DB-43C4-B103-4253CC2C0EA8}"/>
              </a:ext>
            </a:extLst>
          </p:cNvPr>
          <p:cNvGraphicFramePr>
            <a:graphicFrameLocks noChangeAspect="1"/>
          </p:cNvGraphicFramePr>
          <p:nvPr>
            <p:custDataLst>
              <p:tags r:id="rId4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3" imgW="347" imgH="348" progId="TCLayout.ActiveDocument.1">
                  <p:embed/>
                </p:oleObj>
              </mc:Choice>
              <mc:Fallback>
                <p:oleObj name="think-cell Slide" r:id="rId43" imgW="347" imgH="34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92A7798-F3DB-43C4-B103-4253CC2C0E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59442B51-3222-4383-9C98-1E5D34F0910A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US" sz="3200" b="0" i="0" baseline="0" err="1">
              <a:solidFill>
                <a:schemeClr val="tx1"/>
              </a:solidFill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431E2-DC1C-4926-9681-B5EB493C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298" y="135216"/>
            <a:ext cx="11201401" cy="4191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B30FB-4B8F-4B77-AC4C-E2E31B214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299" y="764772"/>
            <a:ext cx="11201401" cy="51026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71868-C853-40C5-8660-D23F908B5B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3030" y="6528572"/>
            <a:ext cx="496945" cy="23761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1000" b="1">
                <a:solidFill>
                  <a:schemeClr val="accent3"/>
                </a:solidFill>
              </a:defRPr>
            </a:lvl1pPr>
          </a:lstStyle>
          <a:p>
            <a:fld id="{7B94EC18-1D2B-4535-B738-0E53AFE266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D7686E33-694A-4833-A47B-FAB757D25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4837" y="6478016"/>
            <a:ext cx="4118435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">
                <a:solidFill>
                  <a:schemeClr val="accent3"/>
                </a:solidFill>
                <a:latin typeface="+mn-lt"/>
                <a:cs typeface="Arial" panose="020B0604020202020204" pitchFamily="34" charset="0"/>
              </a:rPr>
              <a:t>Honeywell Confidential - ©2024 by Honeywell International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6944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30188" indent="-2301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530225" indent="-2460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4295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6">
            <a:lumMod val="25000"/>
          </a:schemeClr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74725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5C5C5C"/>
        </a:buClr>
        <a:buFont typeface="Arial" panose="020B0604020202020204" pitchFamily="34" charset="0"/>
        <a:buChar char="‒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DE53C"/>
          </p15:clr>
        </p15:guide>
        <p15:guide id="2" pos="3840">
          <p15:clr>
            <a:srgbClr val="9FCC3B"/>
          </p15:clr>
        </p15:guide>
        <p15:guide id="3" orient="horz" pos="312">
          <p15:clr>
            <a:srgbClr val="9FCC3B"/>
          </p15:clr>
        </p15:guide>
        <p15:guide id="4" orient="horz" pos="4008">
          <p15:clr>
            <a:srgbClr val="FDE53C"/>
          </p15:clr>
        </p15:guide>
        <p15:guide id="6" pos="7368">
          <p15:clr>
            <a:srgbClr val="9FCC3B"/>
          </p15:clr>
        </p15:guide>
        <p15:guide id="7" orient="horz" pos="3696">
          <p15:clr>
            <a:srgbClr val="9FCC3B"/>
          </p15:clr>
        </p15:guide>
        <p15:guide id="9" orient="horz" pos="576">
          <p15:clr>
            <a:srgbClr val="9FCC3B"/>
          </p15:clr>
        </p15:guide>
        <p15:guide id="10" orient="horz" pos="888">
          <p15:clr>
            <a:srgbClr val="9FCC3B"/>
          </p15:clr>
        </p15:guide>
        <p15:guide id="11" orient="horz" pos="2304">
          <p15:clr>
            <a:srgbClr val="9FCC3B"/>
          </p15:clr>
        </p15:guide>
        <p15:guide id="12">
          <p15:clr>
            <a:srgbClr val="000000"/>
          </p15:clr>
        </p15:guide>
        <p15:guide id="13" pos="7680">
          <p15:clr>
            <a:srgbClr val="000000"/>
          </p15:clr>
        </p15:guide>
        <p15:guide id="14" orient="horz">
          <p15:clr>
            <a:srgbClr val="000000"/>
          </p15:clr>
        </p15:guide>
        <p15:guide id="15" orient="horz" pos="4320">
          <p15:clr>
            <a:srgbClr val="000000"/>
          </p15:clr>
        </p15:guide>
        <p15:guide id="16" pos="31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B289-B15F-0296-A51D-91A94301D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11A5617-D1E4-4C8C-F6FE-A557F4242B6B}"/>
              </a:ext>
            </a:extLst>
          </p:cNvPr>
          <p:cNvSpPr/>
          <p:nvPr/>
        </p:nvSpPr>
        <p:spPr>
          <a:xfrm>
            <a:off x="7175249" y="1977739"/>
            <a:ext cx="4590288" cy="3026629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C1F11ED-50EF-519C-2349-9E91AF65FB3F}"/>
              </a:ext>
            </a:extLst>
          </p:cNvPr>
          <p:cNvSpPr/>
          <p:nvPr/>
        </p:nvSpPr>
        <p:spPr>
          <a:xfrm>
            <a:off x="6880568" y="2985810"/>
            <a:ext cx="5137383" cy="885089"/>
          </a:xfrm>
          <a:prstGeom prst="roundRect">
            <a:avLst>
              <a:gd name="adj" fmla="val 11502"/>
            </a:avLst>
          </a:prstGeom>
          <a:solidFill>
            <a:srgbClr val="A9A9A9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6901AE-CD02-D0C1-8754-E914E28F1E83}"/>
              </a:ext>
            </a:extLst>
          </p:cNvPr>
          <p:cNvSpPr txBox="1"/>
          <p:nvPr/>
        </p:nvSpPr>
        <p:spPr>
          <a:xfrm>
            <a:off x="99033" y="1357669"/>
            <a:ext cx="6606806" cy="1859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B9D07-54EA-603C-7456-10FE93D03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030" y="6285973"/>
            <a:ext cx="496945" cy="23761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B94EC18-1D2B-4535-B738-0E53AFE26620}" type="slidenum">
              <a:rPr kumimoji="0" lang="en-US" sz="1000" b="1" i="0" u="none" strike="noStrike" kern="1200" cap="none" spc="0" normalizeH="0" baseline="0" noProof="0" smtClean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70707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87524BF-E9F8-44DF-1B27-922B60A564BD}"/>
              </a:ext>
            </a:extLst>
          </p:cNvPr>
          <p:cNvSpPr/>
          <p:nvPr/>
        </p:nvSpPr>
        <p:spPr>
          <a:xfrm>
            <a:off x="92937" y="1087711"/>
            <a:ext cx="6617537" cy="30084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Problem Statement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1345BDF-4733-3A9B-92B9-2E6D789441A8}"/>
              </a:ext>
            </a:extLst>
          </p:cNvPr>
          <p:cNvSpPr/>
          <p:nvPr/>
        </p:nvSpPr>
        <p:spPr>
          <a:xfrm>
            <a:off x="101242" y="4156778"/>
            <a:ext cx="6617537" cy="3119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Solution Description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9FD269-1091-F8CB-7EDD-835C0CC57B35}"/>
              </a:ext>
            </a:extLst>
          </p:cNvPr>
          <p:cNvSpPr txBox="1"/>
          <p:nvPr/>
        </p:nvSpPr>
        <p:spPr>
          <a:xfrm>
            <a:off x="110386" y="4426391"/>
            <a:ext cx="6595453" cy="18597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DD638-299D-7C5E-4D4D-609B06A58791}"/>
              </a:ext>
            </a:extLst>
          </p:cNvPr>
          <p:cNvSpPr txBox="1"/>
          <p:nvPr/>
        </p:nvSpPr>
        <p:spPr>
          <a:xfrm>
            <a:off x="7300493" y="502335"/>
            <a:ext cx="3397914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Persona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Developer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Piloted Programs: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VESDA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Tech stack: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Embedded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51648D-A89D-9ED8-317B-47338D95F6F7}"/>
              </a:ext>
            </a:extLst>
          </p:cNvPr>
          <p:cNvSpPr txBox="1"/>
          <p:nvPr/>
        </p:nvSpPr>
        <p:spPr>
          <a:xfrm>
            <a:off x="7901626" y="1274635"/>
            <a:ext cx="339791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Agentic AI Solution Workflow diagram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AF1BDB-0C43-E931-082D-FB1A02D8DD40}"/>
              </a:ext>
            </a:extLst>
          </p:cNvPr>
          <p:cNvSpPr txBox="1"/>
          <p:nvPr/>
        </p:nvSpPr>
        <p:spPr>
          <a:xfrm>
            <a:off x="193699" y="13607"/>
            <a:ext cx="11301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srgbClr val="DC202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BA HTCS 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| BUILD-A-THON | 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PDLC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WORKFLOW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 DEFECT FIX CYCLE | 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SCOPE</a:t>
            </a:r>
            <a:r>
              <a:rPr kumimoji="0" lang="en-US" sz="1800" b="1" i="0" u="none" strike="noStrike" kern="1200" cap="none" spc="-15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– CODING DEFECTS CFP &lt; X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4371A1-8874-0564-7F1E-C099484CB846}"/>
              </a:ext>
            </a:extLst>
          </p:cNvPr>
          <p:cNvSpPr txBox="1"/>
          <p:nvPr/>
        </p:nvSpPr>
        <p:spPr>
          <a:xfrm>
            <a:off x="10784516" y="77046"/>
            <a:ext cx="160462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PRESENTATION TEMPLATE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775F1C-0A45-5D8A-6507-17687F6F941E}"/>
              </a:ext>
            </a:extLst>
          </p:cNvPr>
          <p:cNvSpPr txBox="1"/>
          <p:nvPr/>
        </p:nvSpPr>
        <p:spPr>
          <a:xfrm>
            <a:off x="92937" y="1358564"/>
            <a:ext cx="651057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Fixing firmware bugs on </a:t>
            </a:r>
            <a:r>
              <a:rPr lang="en-US" sz="1400" b="1" dirty="0"/>
              <a:t>MCU systems </a:t>
            </a:r>
            <a:r>
              <a:rPr lang="en-US" sz="1400" dirty="0"/>
              <a:t>is slow because engineers must manually set up JTAG, decode fault registers, check datasheets, and switch between multiple tools like IDEs, oscilloscopes, and Jira. </a:t>
            </a:r>
          </a:p>
          <a:p>
            <a:endParaRPr lang="en-US" sz="1400" dirty="0"/>
          </a:p>
          <a:p>
            <a:r>
              <a:rPr lang="en-US" sz="1400" dirty="0"/>
              <a:t>Key knowledge—such as common </a:t>
            </a:r>
            <a:r>
              <a:rPr lang="en-US" sz="1400" b="1" dirty="0"/>
              <a:t>Hard Fault</a:t>
            </a:r>
            <a:r>
              <a:rPr lang="en-US" sz="1400" dirty="0"/>
              <a:t> causes and </a:t>
            </a:r>
            <a:r>
              <a:rPr lang="en-US" sz="1400" b="1" dirty="0"/>
              <a:t>register</a:t>
            </a:r>
            <a:r>
              <a:rPr lang="en-US" sz="1400" dirty="0"/>
              <a:t> details and its not well documented. As a result, resolving issues can take days, which delays releases.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79E092-A4F8-5CA1-F17A-F324DBEDB3F6}"/>
              </a:ext>
            </a:extLst>
          </p:cNvPr>
          <p:cNvSpPr txBox="1"/>
          <p:nvPr/>
        </p:nvSpPr>
        <p:spPr>
          <a:xfrm>
            <a:off x="202679" y="4428409"/>
            <a:ext cx="64175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A </a:t>
            </a:r>
            <a:r>
              <a:rPr lang="en-US" sz="1400" b="1" dirty="0"/>
              <a:t>multi-agent system </a:t>
            </a:r>
            <a:r>
              <a:rPr lang="en-US" sz="1400" dirty="0"/>
              <a:t>attached to IDE</a:t>
            </a:r>
            <a:r>
              <a:rPr lang="en-US" sz="1400" b="1" dirty="0"/>
              <a:t> </a:t>
            </a:r>
            <a:r>
              <a:rPr lang="en-US" sz="1400" dirty="0"/>
              <a:t>(</a:t>
            </a:r>
            <a:r>
              <a:rPr lang="en-US" sz="1400" b="1" dirty="0"/>
              <a:t>Orchestrator</a:t>
            </a:r>
            <a:r>
              <a:rPr lang="en-US" sz="1400" dirty="0"/>
              <a:t>, Fault Analyzer, Variable Tracer, Peripheral Inspector, Hex/Memory Parser, Probing Agent) exposes Standard Debugging tool -level debugging as conversational actions over a CLI/daemon connected to J‑Link and the </a:t>
            </a:r>
            <a:r>
              <a:rPr lang="en-US" sz="1400" b="1" dirty="0"/>
              <a:t>target MCU</a:t>
            </a:r>
            <a:r>
              <a:rPr lang="en-US" sz="1400" dirty="0"/>
              <a:t>. The system can integrate with Jira to auto-triage, diagnose, generate code patches, create PRs, and attach trace/register evidence, moving tickets to review or blocked based on outcome.</a:t>
            </a:r>
          </a:p>
          <a:p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54DB692-587F-3010-058A-618AF613BB11}"/>
              </a:ext>
            </a:extLst>
          </p:cNvPr>
          <p:cNvSpPr/>
          <p:nvPr/>
        </p:nvSpPr>
        <p:spPr>
          <a:xfrm>
            <a:off x="7256622" y="1531620"/>
            <a:ext cx="4396155" cy="379638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Bug/Story Ticket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AB01C5-6115-3338-3945-74F8D283F007}"/>
              </a:ext>
            </a:extLst>
          </p:cNvPr>
          <p:cNvSpPr/>
          <p:nvPr/>
        </p:nvSpPr>
        <p:spPr>
          <a:xfrm>
            <a:off x="7266875" y="2067886"/>
            <a:ext cx="4396155" cy="6326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JTAG Orchestrator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-Context Extraction                  -Tool / Agent Routing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8FA4A5-532A-FF6B-0655-AB5B9E311F4C}"/>
              </a:ext>
            </a:extLst>
          </p:cNvPr>
          <p:cNvSpPr/>
          <p:nvPr/>
        </p:nvSpPr>
        <p:spPr>
          <a:xfrm>
            <a:off x="7255993" y="4279626"/>
            <a:ext cx="4407037" cy="6208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Target MCU - Hardware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(STM32 , Cortex-M)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0B60D8A-7553-FF5D-C47C-515DEF00162A}"/>
              </a:ext>
            </a:extLst>
          </p:cNvPr>
          <p:cNvSpPr/>
          <p:nvPr/>
        </p:nvSpPr>
        <p:spPr>
          <a:xfrm>
            <a:off x="7266875" y="5106496"/>
            <a:ext cx="4407037" cy="440722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Git Provider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- Branch + PR Creation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2529DCC-D31D-C2B9-A57F-87AFE58F4BA0}"/>
              </a:ext>
            </a:extLst>
          </p:cNvPr>
          <p:cNvSpPr/>
          <p:nvPr/>
        </p:nvSpPr>
        <p:spPr>
          <a:xfrm>
            <a:off x="7245740" y="5663870"/>
            <a:ext cx="4407037" cy="440722"/>
          </a:xfrm>
          <a:prstGeom prst="rect">
            <a:avLst/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</a:rPr>
              <a:t>Jira Ticket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RCA | Logs | Review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E53C1F-0FE9-94BF-805A-3AF6F199A0C3}"/>
              </a:ext>
            </a:extLst>
          </p:cNvPr>
          <p:cNvSpPr/>
          <p:nvPr/>
        </p:nvSpPr>
        <p:spPr>
          <a:xfrm>
            <a:off x="8290541" y="2985809"/>
            <a:ext cx="2533349" cy="198171"/>
          </a:xfrm>
          <a:prstGeom prst="rect">
            <a:avLst/>
          </a:prstGeom>
          <a:solidFill>
            <a:srgbClr val="A9A9A9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chemeClr val="tx1"/>
                </a:solidFill>
              </a:rPr>
              <a:t>Sub Agents (Multi-Agent)</a:t>
            </a: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0CF1E74-1AD3-8753-4694-D24F65F8372B}"/>
              </a:ext>
            </a:extLst>
          </p:cNvPr>
          <p:cNvSpPr/>
          <p:nvPr/>
        </p:nvSpPr>
        <p:spPr>
          <a:xfrm>
            <a:off x="6904582" y="3228778"/>
            <a:ext cx="864685" cy="494302"/>
          </a:xfrm>
          <a:prstGeom prst="roundRect">
            <a:avLst>
              <a:gd name="adj" fmla="val 18499"/>
            </a:avLst>
          </a:prstGeom>
          <a:solidFill>
            <a:srgbClr val="FF7474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Fault Analyzer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D3D2E9E-D8E3-08BE-B527-ACCE957CD3A6}"/>
              </a:ext>
            </a:extLst>
          </p:cNvPr>
          <p:cNvSpPr/>
          <p:nvPr/>
        </p:nvSpPr>
        <p:spPr>
          <a:xfrm>
            <a:off x="7849004" y="3227281"/>
            <a:ext cx="864685" cy="494302"/>
          </a:xfrm>
          <a:prstGeom prst="roundRect">
            <a:avLst>
              <a:gd name="adj" fmla="val 18499"/>
            </a:avLst>
          </a:prstGeom>
          <a:solidFill>
            <a:srgbClr val="AAE571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Variable Tracer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A814A3B-DEAE-6BA1-CB82-83551D5FCD5F}"/>
              </a:ext>
            </a:extLst>
          </p:cNvPr>
          <p:cNvSpPr/>
          <p:nvPr/>
        </p:nvSpPr>
        <p:spPr>
          <a:xfrm>
            <a:off x="8776357" y="3225521"/>
            <a:ext cx="958382" cy="494302"/>
          </a:xfrm>
          <a:prstGeom prst="roundRect">
            <a:avLst>
              <a:gd name="adj" fmla="val 18499"/>
            </a:avLst>
          </a:prstGeom>
          <a:solidFill>
            <a:srgbClr val="A3DBFF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Peripheral Inspector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04617BB-5924-27E5-80C5-E72987271FFC}"/>
              </a:ext>
            </a:extLst>
          </p:cNvPr>
          <p:cNvSpPr/>
          <p:nvPr/>
        </p:nvSpPr>
        <p:spPr>
          <a:xfrm>
            <a:off x="9806551" y="3240065"/>
            <a:ext cx="1053388" cy="494302"/>
          </a:xfrm>
          <a:prstGeom prst="roundRect">
            <a:avLst>
              <a:gd name="adj" fmla="val 18499"/>
            </a:avLst>
          </a:prstGeom>
          <a:solidFill>
            <a:srgbClr val="C189F7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Probing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Agent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9796B85-84EA-52E9-8BEC-DC241BA2FEA6}"/>
              </a:ext>
            </a:extLst>
          </p:cNvPr>
          <p:cNvSpPr/>
          <p:nvPr/>
        </p:nvSpPr>
        <p:spPr>
          <a:xfrm>
            <a:off x="10924475" y="3229308"/>
            <a:ext cx="1053388" cy="494302"/>
          </a:xfrm>
          <a:prstGeom prst="roundRect">
            <a:avLst>
              <a:gd name="adj" fmla="val 18499"/>
            </a:avLst>
          </a:prstGeom>
          <a:solidFill>
            <a:srgbClr val="FFCE3C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Controlled Auto Fix</a:t>
            </a:r>
          </a:p>
        </p:txBody>
      </p:sp>
      <p:pic>
        <p:nvPicPr>
          <p:cNvPr id="1026" name="Picture 2" descr="Microcontroller - Free electronics icons">
            <a:extLst>
              <a:ext uri="{FF2B5EF4-FFF2-40B4-BE49-F238E27FC236}">
                <a16:creationId xmlns:a16="http://schemas.microsoft.com/office/drawing/2014/main" id="{5F30D918-35CD-AB5D-583D-6C9D4BEA0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5272" y="4228764"/>
            <a:ext cx="646100" cy="64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Arrow: Down 48">
            <a:extLst>
              <a:ext uri="{FF2B5EF4-FFF2-40B4-BE49-F238E27FC236}">
                <a16:creationId xmlns:a16="http://schemas.microsoft.com/office/drawing/2014/main" id="{8E7261DC-E852-D72A-2E89-FC301EEE319E}"/>
              </a:ext>
            </a:extLst>
          </p:cNvPr>
          <p:cNvSpPr/>
          <p:nvPr/>
        </p:nvSpPr>
        <p:spPr>
          <a:xfrm>
            <a:off x="7961306" y="3891255"/>
            <a:ext cx="342615" cy="381652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F9B1CA9B-4EFE-5CC4-051D-3779F54DCF45}"/>
              </a:ext>
            </a:extLst>
          </p:cNvPr>
          <p:cNvSpPr/>
          <p:nvPr/>
        </p:nvSpPr>
        <p:spPr>
          <a:xfrm rot="10800000">
            <a:off x="10669712" y="3865674"/>
            <a:ext cx="357936" cy="381378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11EECDF-2BC8-2A08-AD4B-CC243D4AC533}"/>
              </a:ext>
            </a:extLst>
          </p:cNvPr>
          <p:cNvSpPr txBox="1"/>
          <p:nvPr/>
        </p:nvSpPr>
        <p:spPr>
          <a:xfrm>
            <a:off x="8442454" y="3973569"/>
            <a:ext cx="222725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>
                <a:solidFill>
                  <a:srgbClr val="FF0000"/>
                </a:solidFill>
              </a:rPr>
              <a:t>Physical Interface to Hardware</a:t>
            </a:r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F1F3BDB1-8F9A-1DB7-77BA-12345969120D}"/>
              </a:ext>
            </a:extLst>
          </p:cNvPr>
          <p:cNvSpPr/>
          <p:nvPr/>
        </p:nvSpPr>
        <p:spPr>
          <a:xfrm>
            <a:off x="9236614" y="2727388"/>
            <a:ext cx="270355" cy="231548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43018F-F376-43D9-7BAE-D3CF20530E75}"/>
              </a:ext>
            </a:extLst>
          </p:cNvPr>
          <p:cNvSpPr txBox="1"/>
          <p:nvPr/>
        </p:nvSpPr>
        <p:spPr>
          <a:xfrm>
            <a:off x="9559178" y="2744159"/>
            <a:ext cx="5794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b="1" dirty="0"/>
              <a:t>A2A</a:t>
            </a:r>
          </a:p>
        </p:txBody>
      </p:sp>
    </p:spTree>
    <p:extLst>
      <p:ext uri="{BB962C8B-B14F-4D97-AF65-F5344CB8AC3E}">
        <p14:creationId xmlns:p14="http://schemas.microsoft.com/office/powerpoint/2010/main" val="29847447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nLk4GKOP9sp5oC.qa7h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i0RIqnIpWd6O6m024gew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iBD_zRtehxq3.nt2gDA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1ZsHZybwBHB3NFGab2xQ"/>
</p:tagLst>
</file>

<file path=ppt/theme/theme1.xml><?xml version="1.0" encoding="utf-8"?>
<a:theme xmlns:a="http://schemas.openxmlformats.org/drawingml/2006/main" name="Default Theme">
  <a:themeElements>
    <a:clrScheme name="Honeywell 2019">
      <a:dk1>
        <a:sysClr val="windowText" lastClr="000000"/>
      </a:dk1>
      <a:lt1>
        <a:sysClr val="window" lastClr="FFFFFF"/>
      </a:lt1>
      <a:dk2>
        <a:srgbClr val="404040"/>
      </a:dk2>
      <a:lt2>
        <a:srgbClr val="E0E0E0"/>
      </a:lt2>
      <a:accent1>
        <a:srgbClr val="DC202E"/>
      </a:accent1>
      <a:accent2>
        <a:srgbClr val="404040"/>
      </a:accent2>
      <a:accent3>
        <a:srgbClr val="707070"/>
      </a:accent3>
      <a:accent4>
        <a:srgbClr val="A0A0A0"/>
      </a:accent4>
      <a:accent5>
        <a:srgbClr val="C0C0C0"/>
      </a:accent5>
      <a:accent6>
        <a:srgbClr val="E0E0E0"/>
      </a:accent6>
      <a:hlink>
        <a:srgbClr val="000000"/>
      </a:hlink>
      <a:folHlink>
        <a:srgbClr val="000000"/>
      </a:folHlink>
    </a:clrScheme>
    <a:fontScheme name="Honeywel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fault Theme" id="{912E1676-69AD-48A0-885D-88C70C3A6F28}" vid="{4F24E045-712D-4497-B274-7B969E5431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F230BA71474B46AB3086E59B249D07" ma:contentTypeVersion="13" ma:contentTypeDescription="Create a new document." ma:contentTypeScope="" ma:versionID="f9c6f8e0ee0ab27325b11b845026dc90">
  <xsd:schema xmlns:xsd="http://www.w3.org/2001/XMLSchema" xmlns:xs="http://www.w3.org/2001/XMLSchema" xmlns:p="http://schemas.microsoft.com/office/2006/metadata/properties" xmlns:ns2="ddc1cd9a-d33e-4920-b8c3-97f68b830ae5" xmlns:ns3="25133975-9d75-4dd6-a735-81c7cf11c2f5" targetNamespace="http://schemas.microsoft.com/office/2006/metadata/properties" ma:root="true" ma:fieldsID="3b601475b844ce24703c54ac107227c3" ns2:_="" ns3:_="">
    <xsd:import namespace="ddc1cd9a-d33e-4920-b8c3-97f68b830ae5"/>
    <xsd:import namespace="25133975-9d75-4dd6-a735-81c7cf11c2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c1cd9a-d33e-4920-b8c3-97f68b830a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8bc46713-8fa2-488a-ac8b-ad618560c9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133975-9d75-4dd6-a735-81c7cf11c2f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f5b3a5b9-b191-4425-a862-d0858e7955e7}" ma:internalName="TaxCatchAll" ma:showField="CatchAllData" ma:web="25133975-9d75-4dd6-a735-81c7cf11c2f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c1cd9a-d33e-4920-b8c3-97f68b830ae5">
      <Terms xmlns="http://schemas.microsoft.com/office/infopath/2007/PartnerControls"/>
    </lcf76f155ced4ddcb4097134ff3c332f>
    <TaxCatchAll xmlns="25133975-9d75-4dd6-a735-81c7cf11c2f5" xsi:nil="true"/>
  </documentManagement>
</p:properties>
</file>

<file path=customXml/itemProps1.xml><?xml version="1.0" encoding="utf-8"?>
<ds:datastoreItem xmlns:ds="http://schemas.openxmlformats.org/officeDocument/2006/customXml" ds:itemID="{5903C2F9-64A4-452B-A5AC-8EA34F0E0A6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B9B153-12D2-4A83-B1B3-2B891FE75C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dc1cd9a-d33e-4920-b8c3-97f68b830ae5"/>
    <ds:schemaRef ds:uri="25133975-9d75-4dd6-a735-81c7cf11c2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163844C-738C-413B-AF23-1B55239E4882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25133975-9d75-4dd6-a735-81c7cf11c2f5"/>
    <ds:schemaRef ds:uri="ddc1cd9a-d33e-4920-b8c3-97f68b830ae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2882</TotalTime>
  <Words>255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Arial Black</vt:lpstr>
      <vt:lpstr>Courier New</vt:lpstr>
      <vt:lpstr>Wingdings</vt:lpstr>
      <vt:lpstr>Default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Vellingiri, Karthick</dc:creator>
  <cp:lastModifiedBy>Shafi, Sheraaz</cp:lastModifiedBy>
  <cp:revision>15</cp:revision>
  <dcterms:created xsi:type="dcterms:W3CDTF">2026-05-08T06:47:29Z</dcterms:created>
  <dcterms:modified xsi:type="dcterms:W3CDTF">2026-06-12T07:38:32Z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0x01010077F230BA71474B46AB3086E59B249D07</vt:lpwstr>
  </property>
  <property fmtid="{D5CDD505-2E9C-101B-9397-08002B2CF9AE}" pid="3" name="MediaServiceImageTags">
    <vt:lpwstr/>
  </property>
</Properties>
</file>